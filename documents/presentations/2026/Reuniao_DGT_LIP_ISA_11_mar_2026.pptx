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67" r:id="rId5"/>
    <p:sldId id="258" r:id="rId6"/>
    <p:sldId id="259" r:id="rId7"/>
    <p:sldId id="257" r:id="rId8"/>
    <p:sldId id="264" r:id="rId9"/>
    <p:sldId id="263" r:id="rId10"/>
    <p:sldId id="268" r:id="rId11"/>
    <p:sldId id="265" r:id="rId12"/>
    <p:sldId id="269" r:id="rId13"/>
    <p:sldId id="266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Lameiras De Figueiredo Campagnolo" userId="b58d4c78-7002-4944-83c7-8f3e4227ab94" providerId="ADAL" clId="{FC1862D3-F820-4A11-AB73-AC28D6ADC83D}"/>
    <pc:docChg chg="custSel addSld delSld modSld">
      <pc:chgData name="Manuel Lameiras De Figueiredo Campagnolo" userId="b58d4c78-7002-4944-83c7-8f3e4227ab94" providerId="ADAL" clId="{FC1862D3-F820-4A11-AB73-AC28D6ADC83D}" dt="2026-03-11T18:44:34.987" v="2513" actId="20577"/>
      <pc:docMkLst>
        <pc:docMk/>
      </pc:docMkLst>
      <pc:sldChg chg="addSp delSp modSp del mod modShow">
        <pc:chgData name="Manuel Lameiras De Figueiredo Campagnolo" userId="b58d4c78-7002-4944-83c7-8f3e4227ab94" providerId="ADAL" clId="{FC1862D3-F820-4A11-AB73-AC28D6ADC83D}" dt="2026-03-11T11:03:59.707" v="2435" actId="47"/>
        <pc:sldMkLst>
          <pc:docMk/>
          <pc:sldMk cId="599933842" sldId="256"/>
        </pc:sldMkLst>
        <pc:graphicFrameChg chg="add del mod">
          <ac:chgData name="Manuel Lameiras De Figueiredo Campagnolo" userId="b58d4c78-7002-4944-83c7-8f3e4227ab94" providerId="ADAL" clId="{FC1862D3-F820-4A11-AB73-AC28D6ADC83D}" dt="2026-03-10T17:18:21.161" v="1" actId="478"/>
          <ac:graphicFrameMkLst>
            <pc:docMk/>
            <pc:sldMk cId="599933842" sldId="256"/>
            <ac:graphicFrameMk id="8" creationId="{8246A62B-6272-45D6-A980-9E08D7AB9DF0}"/>
          </ac:graphicFrameMkLst>
        </pc:graphicFrameChg>
      </pc:sldChg>
      <pc:sldChg chg="modSp mod">
        <pc:chgData name="Manuel Lameiras De Figueiredo Campagnolo" userId="b58d4c78-7002-4944-83c7-8f3e4227ab94" providerId="ADAL" clId="{FC1862D3-F820-4A11-AB73-AC28D6ADC83D}" dt="2026-03-10T17:20:00.167" v="38" actId="20577"/>
        <pc:sldMkLst>
          <pc:docMk/>
          <pc:sldMk cId="961485239" sldId="258"/>
        </pc:sldMkLst>
        <pc:spChg chg="mod">
          <ac:chgData name="Manuel Lameiras De Figueiredo Campagnolo" userId="b58d4c78-7002-4944-83c7-8f3e4227ab94" providerId="ADAL" clId="{FC1862D3-F820-4A11-AB73-AC28D6ADC83D}" dt="2026-03-10T17:20:00.167" v="38" actId="20577"/>
          <ac:spMkLst>
            <pc:docMk/>
            <pc:sldMk cId="961485239" sldId="258"/>
            <ac:spMk id="5" creationId="{00000000-0000-0000-0000-000000000000}"/>
          </ac:spMkLst>
        </pc:spChg>
        <pc:spChg chg="mod">
          <ac:chgData name="Manuel Lameiras De Figueiredo Campagnolo" userId="b58d4c78-7002-4944-83c7-8f3e4227ab94" providerId="ADAL" clId="{FC1862D3-F820-4A11-AB73-AC28D6ADC83D}" dt="2026-03-10T17:19:48.268" v="22" actId="20577"/>
          <ac:spMkLst>
            <pc:docMk/>
            <pc:sldMk cId="961485239" sldId="258"/>
            <ac:spMk id="8" creationId="{00000000-0000-0000-0000-000000000000}"/>
          </ac:spMkLst>
        </pc:spChg>
      </pc:sldChg>
      <pc:sldChg chg="modSp mod">
        <pc:chgData name="Manuel Lameiras De Figueiredo Campagnolo" userId="b58d4c78-7002-4944-83c7-8f3e4227ab94" providerId="ADAL" clId="{FC1862D3-F820-4A11-AB73-AC28D6ADC83D}" dt="2026-03-11T11:07:45.245" v="2489" actId="20577"/>
        <pc:sldMkLst>
          <pc:docMk/>
          <pc:sldMk cId="2345510894" sldId="259"/>
        </pc:sldMkLst>
        <pc:spChg chg="mod">
          <ac:chgData name="Manuel Lameiras De Figueiredo Campagnolo" userId="b58d4c78-7002-4944-83c7-8f3e4227ab94" providerId="ADAL" clId="{FC1862D3-F820-4A11-AB73-AC28D6ADC83D}" dt="2026-03-11T10:22:29.844" v="87" actId="113"/>
          <ac:spMkLst>
            <pc:docMk/>
            <pc:sldMk cId="2345510894" sldId="259"/>
            <ac:spMk id="7" creationId="{00000000-0000-0000-0000-000000000000}"/>
          </ac:spMkLst>
        </pc:spChg>
        <pc:spChg chg="mod">
          <ac:chgData name="Manuel Lameiras De Figueiredo Campagnolo" userId="b58d4c78-7002-4944-83c7-8f3e4227ab94" providerId="ADAL" clId="{FC1862D3-F820-4A11-AB73-AC28D6ADC83D}" dt="2026-03-11T11:07:45.245" v="2489" actId="20577"/>
          <ac:spMkLst>
            <pc:docMk/>
            <pc:sldMk cId="2345510894" sldId="259"/>
            <ac:spMk id="8" creationId="{00000000-0000-0000-0000-000000000000}"/>
          </ac:spMkLst>
        </pc:spChg>
      </pc:sldChg>
      <pc:sldChg chg="del mod modShow">
        <pc:chgData name="Manuel Lameiras De Figueiredo Campagnolo" userId="b58d4c78-7002-4944-83c7-8f3e4227ab94" providerId="ADAL" clId="{FC1862D3-F820-4A11-AB73-AC28D6ADC83D}" dt="2026-03-11T11:04:04.284" v="2436" actId="47"/>
        <pc:sldMkLst>
          <pc:docMk/>
          <pc:sldMk cId="1479284262" sldId="260"/>
        </pc:sldMkLst>
      </pc:sldChg>
      <pc:sldChg chg="del mod modShow">
        <pc:chgData name="Manuel Lameiras De Figueiredo Campagnolo" userId="b58d4c78-7002-4944-83c7-8f3e4227ab94" providerId="ADAL" clId="{FC1862D3-F820-4A11-AB73-AC28D6ADC83D}" dt="2026-03-11T11:04:06.911" v="2437" actId="47"/>
        <pc:sldMkLst>
          <pc:docMk/>
          <pc:sldMk cId="724845947" sldId="261"/>
        </pc:sldMkLst>
      </pc:sldChg>
      <pc:sldChg chg="addSp delSp modSp mod">
        <pc:chgData name="Manuel Lameiras De Figueiredo Campagnolo" userId="b58d4c78-7002-4944-83c7-8f3e4227ab94" providerId="ADAL" clId="{FC1862D3-F820-4A11-AB73-AC28D6ADC83D}" dt="2026-03-11T18:44:34.987" v="2513" actId="20577"/>
        <pc:sldMkLst>
          <pc:docMk/>
          <pc:sldMk cId="3654144307" sldId="263"/>
        </pc:sldMkLst>
        <pc:spChg chg="add mod">
          <ac:chgData name="Manuel Lameiras De Figueiredo Campagnolo" userId="b58d4c78-7002-4944-83c7-8f3e4227ab94" providerId="ADAL" clId="{FC1862D3-F820-4A11-AB73-AC28D6ADC83D}" dt="2026-03-11T10:30:35.969" v="252" actId="14100"/>
          <ac:spMkLst>
            <pc:docMk/>
            <pc:sldMk cId="3654144307" sldId="263"/>
            <ac:spMk id="4" creationId="{3D7118B0-2C71-4AAF-B66E-4B6EAA7FD6AC}"/>
          </ac:spMkLst>
        </pc:spChg>
        <pc:spChg chg="mod">
          <ac:chgData name="Manuel Lameiras De Figueiredo Campagnolo" userId="b58d4c78-7002-4944-83c7-8f3e4227ab94" providerId="ADAL" clId="{FC1862D3-F820-4A11-AB73-AC28D6ADC83D}" dt="2026-03-11T10:34:23.857" v="376" actId="20577"/>
          <ac:spMkLst>
            <pc:docMk/>
            <pc:sldMk cId="3654144307" sldId="263"/>
            <ac:spMk id="9" creationId="{00000000-0000-0000-0000-000000000000}"/>
          </ac:spMkLst>
        </pc:spChg>
        <pc:graphicFrameChg chg="add mod modGraphic">
          <ac:chgData name="Manuel Lameiras De Figueiredo Campagnolo" userId="b58d4c78-7002-4944-83c7-8f3e4227ab94" providerId="ADAL" clId="{FC1862D3-F820-4A11-AB73-AC28D6ADC83D}" dt="2026-03-11T18:44:34.987" v="2513" actId="20577"/>
          <ac:graphicFrameMkLst>
            <pc:docMk/>
            <pc:sldMk cId="3654144307" sldId="263"/>
            <ac:graphicFrameMk id="3" creationId="{B8776883-6DBC-4B7A-8D1E-002F8682A145}"/>
          </ac:graphicFrameMkLst>
        </pc:graphicFrameChg>
        <pc:picChg chg="del">
          <ac:chgData name="Manuel Lameiras De Figueiredo Campagnolo" userId="b58d4c78-7002-4944-83c7-8f3e4227ab94" providerId="ADAL" clId="{FC1862D3-F820-4A11-AB73-AC28D6ADC83D}" dt="2026-03-11T10:28:15.195" v="106" actId="478"/>
          <ac:picMkLst>
            <pc:docMk/>
            <pc:sldMk cId="3654144307" sldId="263"/>
            <ac:picMk id="2" creationId="{00000000-0000-0000-0000-000000000000}"/>
          </ac:picMkLst>
        </pc:picChg>
      </pc:sldChg>
      <pc:sldChg chg="addSp delSp modSp mod">
        <pc:chgData name="Manuel Lameiras De Figueiredo Campagnolo" userId="b58d4c78-7002-4944-83c7-8f3e4227ab94" providerId="ADAL" clId="{FC1862D3-F820-4A11-AB73-AC28D6ADC83D}" dt="2026-03-11T10:56:17.285" v="1893" actId="14100"/>
        <pc:sldMkLst>
          <pc:docMk/>
          <pc:sldMk cId="982028046" sldId="264"/>
        </pc:sldMkLst>
        <pc:spChg chg="del">
          <ac:chgData name="Manuel Lameiras De Figueiredo Campagnolo" userId="b58d4c78-7002-4944-83c7-8f3e4227ab94" providerId="ADAL" clId="{FC1862D3-F820-4A11-AB73-AC28D6ADC83D}" dt="2026-03-11T10:54:07.074" v="1863" actId="478"/>
          <ac:spMkLst>
            <pc:docMk/>
            <pc:sldMk cId="982028046" sldId="264"/>
            <ac:spMk id="13" creationId="{69A12DF9-649D-E7FB-9DDD-5C511868252D}"/>
          </ac:spMkLst>
        </pc:spChg>
        <pc:spChg chg="mod">
          <ac:chgData name="Manuel Lameiras De Figueiredo Campagnolo" userId="b58d4c78-7002-4944-83c7-8f3e4227ab94" providerId="ADAL" clId="{FC1862D3-F820-4A11-AB73-AC28D6ADC83D}" dt="2026-03-10T17:55:33.242" v="82" actId="20577"/>
          <ac:spMkLst>
            <pc:docMk/>
            <pc:sldMk cId="982028046" sldId="264"/>
            <ac:spMk id="19" creationId="{96107215-D870-DE84-C078-AD7CEE3243C9}"/>
          </ac:spMkLst>
        </pc:spChg>
        <pc:spChg chg="del mod">
          <ac:chgData name="Manuel Lameiras De Figueiredo Campagnolo" userId="b58d4c78-7002-4944-83c7-8f3e4227ab94" providerId="ADAL" clId="{FC1862D3-F820-4A11-AB73-AC28D6ADC83D}" dt="2026-03-11T10:54:04.881" v="1862" actId="478"/>
          <ac:spMkLst>
            <pc:docMk/>
            <pc:sldMk cId="982028046" sldId="264"/>
            <ac:spMk id="30" creationId="{8ADAE94B-84A2-22C1-94C3-93BCCE597D7B}"/>
          </ac:spMkLst>
        </pc:spChg>
        <pc:spChg chg="del">
          <ac:chgData name="Manuel Lameiras De Figueiredo Campagnolo" userId="b58d4c78-7002-4944-83c7-8f3e4227ab94" providerId="ADAL" clId="{FC1862D3-F820-4A11-AB73-AC28D6ADC83D}" dt="2026-03-10T17:23:09.736" v="58" actId="478"/>
          <ac:spMkLst>
            <pc:docMk/>
            <pc:sldMk cId="982028046" sldId="264"/>
            <ac:spMk id="35" creationId="{122E83E9-0587-CA98-9357-8A2825ECE34A}"/>
          </ac:spMkLst>
        </pc:spChg>
        <pc:spChg chg="del">
          <ac:chgData name="Manuel Lameiras De Figueiredo Campagnolo" userId="b58d4c78-7002-4944-83c7-8f3e4227ab94" providerId="ADAL" clId="{FC1862D3-F820-4A11-AB73-AC28D6ADC83D}" dt="2026-03-11T10:23:10.697" v="91" actId="478"/>
          <ac:spMkLst>
            <pc:docMk/>
            <pc:sldMk cId="982028046" sldId="264"/>
            <ac:spMk id="53" creationId="{51470126-25D6-C395-C887-ED328B05DEA4}"/>
          </ac:spMkLst>
        </pc:spChg>
        <pc:spChg chg="mod">
          <ac:chgData name="Manuel Lameiras De Figueiredo Campagnolo" userId="b58d4c78-7002-4944-83c7-8f3e4227ab94" providerId="ADAL" clId="{FC1862D3-F820-4A11-AB73-AC28D6ADC83D}" dt="2026-03-11T10:51:00.728" v="1708" actId="20577"/>
          <ac:spMkLst>
            <pc:docMk/>
            <pc:sldMk cId="982028046" sldId="264"/>
            <ac:spMk id="77" creationId="{00000000-0000-0000-0000-000000000000}"/>
          </ac:spMkLst>
        </pc:spChg>
        <pc:spChg chg="add mod">
          <ac:chgData name="Manuel Lameiras De Figueiredo Campagnolo" userId="b58d4c78-7002-4944-83c7-8f3e4227ab94" providerId="ADAL" clId="{FC1862D3-F820-4A11-AB73-AC28D6ADC83D}" dt="2026-03-11T10:50:32.132" v="1692" actId="14100"/>
          <ac:spMkLst>
            <pc:docMk/>
            <pc:sldMk cId="982028046" sldId="264"/>
            <ac:spMk id="85" creationId="{F6D98232-89B1-4864-9CD9-DD448AA683E8}"/>
          </ac:spMkLst>
        </pc:spChg>
        <pc:spChg chg="add mod">
          <ac:chgData name="Manuel Lameiras De Figueiredo Campagnolo" userId="b58d4c78-7002-4944-83c7-8f3e4227ab94" providerId="ADAL" clId="{FC1862D3-F820-4A11-AB73-AC28D6ADC83D}" dt="2026-03-11T10:56:17.285" v="1893" actId="14100"/>
          <ac:spMkLst>
            <pc:docMk/>
            <pc:sldMk cId="982028046" sldId="264"/>
            <ac:spMk id="87" creationId="{B7BAAD4E-3893-402F-B210-32E18CEAD714}"/>
          </ac:spMkLst>
        </pc:spChg>
        <pc:spChg chg="del mod">
          <ac:chgData name="Manuel Lameiras De Figueiredo Campagnolo" userId="b58d4c78-7002-4944-83c7-8f3e4227ab94" providerId="ADAL" clId="{FC1862D3-F820-4A11-AB73-AC28D6ADC83D}" dt="2026-03-11T10:50:00.987" v="1685" actId="478"/>
          <ac:spMkLst>
            <pc:docMk/>
            <pc:sldMk cId="982028046" sldId="264"/>
            <ac:spMk id="96" creationId="{25E6E781-59BF-B5C1-DC4F-94BCF8156260}"/>
          </ac:spMkLst>
        </pc:spChg>
        <pc:spChg chg="mod">
          <ac:chgData name="Manuel Lameiras De Figueiredo Campagnolo" userId="b58d4c78-7002-4944-83c7-8f3e4227ab94" providerId="ADAL" clId="{FC1862D3-F820-4A11-AB73-AC28D6ADC83D}" dt="2026-03-11T10:48:53.701" v="1671" actId="14100"/>
          <ac:spMkLst>
            <pc:docMk/>
            <pc:sldMk cId="982028046" sldId="264"/>
            <ac:spMk id="110" creationId="{44F595CD-42E8-031A-DDB5-D893F2E8DA43}"/>
          </ac:spMkLst>
        </pc:spChg>
        <pc:spChg chg="del">
          <ac:chgData name="Manuel Lameiras De Figueiredo Campagnolo" userId="b58d4c78-7002-4944-83c7-8f3e4227ab94" providerId="ADAL" clId="{FC1862D3-F820-4A11-AB73-AC28D6ADC83D}" dt="2026-03-11T10:48:48.005" v="1670" actId="478"/>
          <ac:spMkLst>
            <pc:docMk/>
            <pc:sldMk cId="982028046" sldId="264"/>
            <ac:spMk id="112" creationId="{95F87781-16D7-EC66-4940-E8F982CF2523}"/>
          </ac:spMkLst>
        </pc:spChg>
        <pc:grpChg chg="del">
          <ac:chgData name="Manuel Lameiras De Figueiredo Campagnolo" userId="b58d4c78-7002-4944-83c7-8f3e4227ab94" providerId="ADAL" clId="{FC1862D3-F820-4A11-AB73-AC28D6ADC83D}" dt="2026-03-11T10:49:14.022" v="1675" actId="478"/>
          <ac:grpSpMkLst>
            <pc:docMk/>
            <pc:sldMk cId="982028046" sldId="264"/>
            <ac:grpSpMk id="101" creationId="{B56E8F8C-F26D-11EE-DE3C-93C69244E6CA}"/>
          </ac:grpSpMkLst>
        </pc:grpChg>
        <pc:grpChg chg="del">
          <ac:chgData name="Manuel Lameiras De Figueiredo Campagnolo" userId="b58d4c78-7002-4944-83c7-8f3e4227ab94" providerId="ADAL" clId="{FC1862D3-F820-4A11-AB73-AC28D6ADC83D}" dt="2026-03-11T10:49:16.554" v="1676" actId="478"/>
          <ac:grpSpMkLst>
            <pc:docMk/>
            <pc:sldMk cId="982028046" sldId="264"/>
            <ac:grpSpMk id="141" creationId="{4CF7679B-D7B9-5855-0138-260ED2FD1E49}"/>
          </ac:grpSpMkLst>
        </pc:grpChg>
        <pc:picChg chg="del">
          <ac:chgData name="Manuel Lameiras De Figueiredo Campagnolo" userId="b58d4c78-7002-4944-83c7-8f3e4227ab94" providerId="ADAL" clId="{FC1862D3-F820-4A11-AB73-AC28D6ADC83D}" dt="2026-03-11T10:54:18.273" v="1865" actId="478"/>
          <ac:picMkLst>
            <pc:docMk/>
            <pc:sldMk cId="982028046" sldId="264"/>
            <ac:picMk id="127" creationId="{305310FF-E787-DA56-9714-B82CBF0B1977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9:54.560" v="1683" actId="478"/>
          <ac:picMkLst>
            <pc:docMk/>
            <pc:sldMk cId="982028046" sldId="264"/>
            <ac:picMk id="128" creationId="{1D73F641-963A-42AA-BFB4-751B39964BF9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9:55.626" v="1684" actId="478"/>
          <ac:picMkLst>
            <pc:docMk/>
            <pc:sldMk cId="982028046" sldId="264"/>
            <ac:picMk id="129" creationId="{366E4F2D-9D7D-8A89-5561-D07E91CE61B2}"/>
          </ac:picMkLst>
        </pc:picChg>
        <pc:picChg chg="del">
          <ac:chgData name="Manuel Lameiras De Figueiredo Campagnolo" userId="b58d4c78-7002-4944-83c7-8f3e4227ab94" providerId="ADAL" clId="{FC1862D3-F820-4A11-AB73-AC28D6ADC83D}" dt="2026-03-11T10:23:03.576" v="89" actId="478"/>
          <ac:picMkLst>
            <pc:docMk/>
            <pc:sldMk cId="982028046" sldId="264"/>
            <ac:picMk id="1038" creationId="{6B4C5E5D-E5DF-B500-EF1A-F748ADEFE155}"/>
          </ac:picMkLst>
        </pc:picChg>
        <pc:picChg chg="mod">
          <ac:chgData name="Manuel Lameiras De Figueiredo Campagnolo" userId="b58d4c78-7002-4944-83c7-8f3e4227ab94" providerId="ADAL" clId="{FC1862D3-F820-4A11-AB73-AC28D6ADC83D}" dt="2026-03-11T10:23:06.372" v="90" actId="1076"/>
          <ac:picMkLst>
            <pc:docMk/>
            <pc:sldMk cId="982028046" sldId="264"/>
            <ac:picMk id="1044" creationId="{57549A0F-D4C3-249D-B794-3F25994D6351}"/>
          </ac:picMkLst>
        </pc:picChg>
        <pc:picChg chg="del">
          <ac:chgData name="Manuel Lameiras De Figueiredo Campagnolo" userId="b58d4c78-7002-4944-83c7-8f3e4227ab94" providerId="ADAL" clId="{FC1862D3-F820-4A11-AB73-AC28D6ADC83D}" dt="2026-03-10T17:23:14.458" v="59" actId="478"/>
          <ac:picMkLst>
            <pc:docMk/>
            <pc:sldMk cId="982028046" sldId="264"/>
            <ac:picMk id="1054" creationId="{00A7F06F-9F62-54E9-0216-C1D13AFADD61}"/>
          </ac:picMkLst>
        </pc:picChg>
        <pc:cxnChg chg="mod">
          <ac:chgData name="Manuel Lameiras De Figueiredo Campagnolo" userId="b58d4c78-7002-4944-83c7-8f3e4227ab94" providerId="ADAL" clId="{FC1862D3-F820-4A11-AB73-AC28D6ADC83D}" dt="2026-03-11T10:55:47.444" v="1875" actId="14100"/>
          <ac:cxnSpMkLst>
            <pc:docMk/>
            <pc:sldMk cId="982028046" sldId="264"/>
            <ac:cxnSpMk id="56" creationId="{80F57F4D-BCF6-67F3-FF00-B1DF2495F566}"/>
          </ac:cxnSpMkLst>
        </pc:cxnChg>
        <pc:cxnChg chg="add mod">
          <ac:chgData name="Manuel Lameiras De Figueiredo Campagnolo" userId="b58d4c78-7002-4944-83c7-8f3e4227ab94" providerId="ADAL" clId="{FC1862D3-F820-4A11-AB73-AC28D6ADC83D}" dt="2026-03-11T10:49:46.773" v="1682" actId="14100"/>
          <ac:cxnSpMkLst>
            <pc:docMk/>
            <pc:sldMk cId="982028046" sldId="264"/>
            <ac:cxnSpMk id="80" creationId="{C4A5A4DB-73B9-4460-A620-DC40C475BB77}"/>
          </ac:cxnSpMkLst>
        </pc:cxnChg>
        <pc:cxnChg chg="add mod">
          <ac:chgData name="Manuel Lameiras De Figueiredo Campagnolo" userId="b58d4c78-7002-4944-83c7-8f3e4227ab94" providerId="ADAL" clId="{FC1862D3-F820-4A11-AB73-AC28D6ADC83D}" dt="2026-03-11T10:50:42.709" v="1695" actId="14100"/>
          <ac:cxnSpMkLst>
            <pc:docMk/>
            <pc:sldMk cId="982028046" sldId="264"/>
            <ac:cxnSpMk id="86" creationId="{954D5859-B34E-4A8A-9881-615C54D3E9E8}"/>
          </ac:cxnSpMkLst>
        </pc:cxnChg>
        <pc:cxnChg chg="del">
          <ac:chgData name="Manuel Lameiras De Figueiredo Campagnolo" userId="b58d4c78-7002-4944-83c7-8f3e4227ab94" providerId="ADAL" clId="{FC1862D3-F820-4A11-AB73-AC28D6ADC83D}" dt="2026-03-11T10:49:30.016" v="1677" actId="478"/>
          <ac:cxnSpMkLst>
            <pc:docMk/>
            <pc:sldMk cId="982028046" sldId="264"/>
            <ac:cxnSpMk id="113" creationId="{86A28124-B7E1-E7D2-766B-E2E8325CF9E4}"/>
          </ac:cxnSpMkLst>
        </pc:cxnChg>
      </pc:sldChg>
      <pc:sldChg chg="modSp mod">
        <pc:chgData name="Manuel Lameiras De Figueiredo Campagnolo" userId="b58d4c78-7002-4944-83c7-8f3e4227ab94" providerId="ADAL" clId="{FC1862D3-F820-4A11-AB73-AC28D6ADC83D}" dt="2026-03-11T10:44:19.593" v="1416" actId="20577"/>
        <pc:sldMkLst>
          <pc:docMk/>
          <pc:sldMk cId="1989389701" sldId="265"/>
        </pc:sldMkLst>
        <pc:spChg chg="mod">
          <ac:chgData name="Manuel Lameiras De Figueiredo Campagnolo" userId="b58d4c78-7002-4944-83c7-8f3e4227ab94" providerId="ADAL" clId="{FC1862D3-F820-4A11-AB73-AC28D6ADC83D}" dt="2026-03-11T10:35:16.760" v="419" actId="20577"/>
          <ac:spMkLst>
            <pc:docMk/>
            <pc:sldMk cId="1989389701" sldId="265"/>
            <ac:spMk id="4" creationId="{00000000-0000-0000-0000-000000000000}"/>
          </ac:spMkLst>
        </pc:spChg>
        <pc:spChg chg="mod">
          <ac:chgData name="Manuel Lameiras De Figueiredo Campagnolo" userId="b58d4c78-7002-4944-83c7-8f3e4227ab94" providerId="ADAL" clId="{FC1862D3-F820-4A11-AB73-AC28D6ADC83D}" dt="2026-03-11T10:44:19.593" v="1416" actId="20577"/>
          <ac:spMkLst>
            <pc:docMk/>
            <pc:sldMk cId="1989389701" sldId="265"/>
            <ac:spMk id="5" creationId="{00000000-0000-0000-0000-000000000000}"/>
          </ac:spMkLst>
        </pc:spChg>
      </pc:sldChg>
      <pc:sldChg chg="modSp mod">
        <pc:chgData name="Manuel Lameiras De Figueiredo Campagnolo" userId="b58d4c78-7002-4944-83c7-8f3e4227ab94" providerId="ADAL" clId="{FC1862D3-F820-4A11-AB73-AC28D6ADC83D}" dt="2026-03-11T11:03:45.977" v="2434" actId="113"/>
        <pc:sldMkLst>
          <pc:docMk/>
          <pc:sldMk cId="4017705213" sldId="266"/>
        </pc:sldMkLst>
        <pc:spChg chg="mod">
          <ac:chgData name="Manuel Lameiras De Figueiredo Campagnolo" userId="b58d4c78-7002-4944-83c7-8f3e4227ab94" providerId="ADAL" clId="{FC1862D3-F820-4A11-AB73-AC28D6ADC83D}" dt="2026-03-11T11:03:45.977" v="2434" actId="113"/>
          <ac:spMkLst>
            <pc:docMk/>
            <pc:sldMk cId="4017705213" sldId="266"/>
            <ac:spMk id="4" creationId="{00000000-0000-0000-0000-000000000000}"/>
          </ac:spMkLst>
        </pc:spChg>
      </pc:sldChg>
      <pc:sldChg chg="modSp mod">
        <pc:chgData name="Manuel Lameiras De Figueiredo Campagnolo" userId="b58d4c78-7002-4944-83c7-8f3e4227ab94" providerId="ADAL" clId="{FC1862D3-F820-4A11-AB73-AC28D6ADC83D}" dt="2026-03-11T11:07:13.842" v="2483" actId="255"/>
        <pc:sldMkLst>
          <pc:docMk/>
          <pc:sldMk cId="3147253119" sldId="267"/>
        </pc:sldMkLst>
        <pc:spChg chg="mod">
          <ac:chgData name="Manuel Lameiras De Figueiredo Campagnolo" userId="b58d4c78-7002-4944-83c7-8f3e4227ab94" providerId="ADAL" clId="{FC1862D3-F820-4A11-AB73-AC28D6ADC83D}" dt="2026-03-11T11:07:13.842" v="2483" actId="255"/>
          <ac:spMkLst>
            <pc:docMk/>
            <pc:sldMk cId="3147253119" sldId="267"/>
            <ac:spMk id="2" creationId="{11FAFF78-8B39-43A1-9C81-B70BC0EFB835}"/>
          </ac:spMkLst>
        </pc:spChg>
      </pc:sldChg>
      <pc:sldChg chg="addSp delSp modSp add mod">
        <pc:chgData name="Manuel Lameiras De Figueiredo Campagnolo" userId="b58d4c78-7002-4944-83c7-8f3e4227ab94" providerId="ADAL" clId="{FC1862D3-F820-4A11-AB73-AC28D6ADC83D}" dt="2026-03-11T10:34:20.571" v="375" actId="20577"/>
        <pc:sldMkLst>
          <pc:docMk/>
          <pc:sldMk cId="3600252553" sldId="268"/>
        </pc:sldMkLst>
        <pc:spChg chg="mod">
          <ac:chgData name="Manuel Lameiras De Figueiredo Campagnolo" userId="b58d4c78-7002-4944-83c7-8f3e4227ab94" providerId="ADAL" clId="{FC1862D3-F820-4A11-AB73-AC28D6ADC83D}" dt="2026-03-11T10:32:49.649" v="326" actId="20577"/>
          <ac:spMkLst>
            <pc:docMk/>
            <pc:sldMk cId="3600252553" sldId="268"/>
            <ac:spMk id="4" creationId="{3D7118B0-2C71-4AAF-B66E-4B6EAA7FD6AC}"/>
          </ac:spMkLst>
        </pc:spChg>
        <pc:spChg chg="mod">
          <ac:chgData name="Manuel Lameiras De Figueiredo Campagnolo" userId="b58d4c78-7002-4944-83c7-8f3e4227ab94" providerId="ADAL" clId="{FC1862D3-F820-4A11-AB73-AC28D6ADC83D}" dt="2026-03-11T10:34:20.571" v="375" actId="20577"/>
          <ac:spMkLst>
            <pc:docMk/>
            <pc:sldMk cId="3600252553" sldId="268"/>
            <ac:spMk id="9" creationId="{00000000-0000-0000-0000-000000000000}"/>
          </ac:spMkLst>
        </pc:spChg>
        <pc:graphicFrameChg chg="add mod">
          <ac:chgData name="Manuel Lameiras De Figueiredo Campagnolo" userId="b58d4c78-7002-4944-83c7-8f3e4227ab94" providerId="ADAL" clId="{FC1862D3-F820-4A11-AB73-AC28D6ADC83D}" dt="2026-03-11T10:32:00.780" v="258"/>
          <ac:graphicFrameMkLst>
            <pc:docMk/>
            <pc:sldMk cId="3600252553" sldId="268"/>
            <ac:graphicFrameMk id="2" creationId="{04D0CDF3-CE37-485B-A0F8-B81BC0687591}"/>
          </ac:graphicFrameMkLst>
        </pc:graphicFrameChg>
        <pc:graphicFrameChg chg="del">
          <ac:chgData name="Manuel Lameiras De Figueiredo Campagnolo" userId="b58d4c78-7002-4944-83c7-8f3e4227ab94" providerId="ADAL" clId="{FC1862D3-F820-4A11-AB73-AC28D6ADC83D}" dt="2026-03-11T10:31:59.360" v="257" actId="478"/>
          <ac:graphicFrameMkLst>
            <pc:docMk/>
            <pc:sldMk cId="3600252553" sldId="268"/>
            <ac:graphicFrameMk id="3" creationId="{B8776883-6DBC-4B7A-8D1E-002F8682A145}"/>
          </ac:graphicFrameMkLst>
        </pc:graphicFrameChg>
      </pc:sldChg>
      <pc:sldChg chg="addSp delSp modSp add mod">
        <pc:chgData name="Manuel Lameiras De Figueiredo Campagnolo" userId="b58d4c78-7002-4944-83c7-8f3e4227ab94" providerId="ADAL" clId="{FC1862D3-F820-4A11-AB73-AC28D6ADC83D}" dt="2026-03-11T11:05:10.075" v="2469" actId="1076"/>
        <pc:sldMkLst>
          <pc:docMk/>
          <pc:sldMk cId="498601017" sldId="269"/>
        </pc:sldMkLst>
        <pc:spChg chg="add mod">
          <ac:chgData name="Manuel Lameiras De Figueiredo Campagnolo" userId="b58d4c78-7002-4944-83c7-8f3e4227ab94" providerId="ADAL" clId="{FC1862D3-F820-4A11-AB73-AC28D6ADC83D}" dt="2026-03-11T10:51:39.212" v="1714" actId="20577"/>
          <ac:spMkLst>
            <pc:docMk/>
            <pc:sldMk cId="498601017" sldId="269"/>
            <ac:spMk id="12" creationId="{931A1B21-571C-4E50-B37F-B3F2B27B695B}"/>
          </ac:spMkLst>
        </pc:spChg>
        <pc:spChg chg="mod">
          <ac:chgData name="Manuel Lameiras De Figueiredo Campagnolo" userId="b58d4c78-7002-4944-83c7-8f3e4227ab94" providerId="ADAL" clId="{FC1862D3-F820-4A11-AB73-AC28D6ADC83D}" dt="2026-03-11T10:53:17.749" v="1815" actId="20577"/>
          <ac:spMkLst>
            <pc:docMk/>
            <pc:sldMk cId="498601017" sldId="269"/>
            <ac:spMk id="13" creationId="{69A12DF9-649D-E7FB-9DDD-5C511868252D}"/>
          </ac:spMkLst>
        </pc:spChg>
        <pc:spChg chg="mod">
          <ac:chgData name="Manuel Lameiras De Figueiredo Campagnolo" userId="b58d4c78-7002-4944-83c7-8f3e4227ab94" providerId="ADAL" clId="{FC1862D3-F820-4A11-AB73-AC28D6ADC83D}" dt="2026-03-11T10:48:04.681" v="1632" actId="20577"/>
          <ac:spMkLst>
            <pc:docMk/>
            <pc:sldMk cId="498601017" sldId="269"/>
            <ac:spMk id="19" creationId="{96107215-D870-DE84-C078-AD7CEE3243C9}"/>
          </ac:spMkLst>
        </pc:spChg>
        <pc:spChg chg="del">
          <ac:chgData name="Manuel Lameiras De Figueiredo Campagnolo" userId="b58d4c78-7002-4944-83c7-8f3e4227ab94" providerId="ADAL" clId="{FC1862D3-F820-4A11-AB73-AC28D6ADC83D}" dt="2026-03-11T10:45:18.398" v="1433" actId="478"/>
          <ac:spMkLst>
            <pc:docMk/>
            <pc:sldMk cId="498601017" sldId="269"/>
            <ac:spMk id="26" creationId="{43846480-97B1-7803-9B83-07DDFC2511D7}"/>
          </ac:spMkLst>
        </pc:spChg>
        <pc:spChg chg="mod ord">
          <ac:chgData name="Manuel Lameiras De Figueiredo Campagnolo" userId="b58d4c78-7002-4944-83c7-8f3e4227ab94" providerId="ADAL" clId="{FC1862D3-F820-4A11-AB73-AC28D6ADC83D}" dt="2026-03-11T10:53:41.981" v="1818" actId="1076"/>
          <ac:spMkLst>
            <pc:docMk/>
            <pc:sldMk cId="498601017" sldId="269"/>
            <ac:spMk id="30" creationId="{8ADAE94B-84A2-22C1-94C3-93BCCE597D7B}"/>
          </ac:spMkLst>
        </pc:spChg>
        <pc:spChg chg="del">
          <ac:chgData name="Manuel Lameiras De Figueiredo Campagnolo" userId="b58d4c78-7002-4944-83c7-8f3e4227ab94" providerId="ADAL" clId="{FC1862D3-F820-4A11-AB73-AC28D6ADC83D}" dt="2026-03-11T10:45:03.220" v="1427" actId="478"/>
          <ac:spMkLst>
            <pc:docMk/>
            <pc:sldMk cId="498601017" sldId="269"/>
            <ac:spMk id="36" creationId="{36153558-509C-C64E-EC38-0975401E0DD8}"/>
          </ac:spMkLst>
        </pc:spChg>
        <pc:spChg chg="del">
          <ac:chgData name="Manuel Lameiras De Figueiredo Campagnolo" userId="b58d4c78-7002-4944-83c7-8f3e4227ab94" providerId="ADAL" clId="{FC1862D3-F820-4A11-AB73-AC28D6ADC83D}" dt="2026-03-11T10:44:47.001" v="1420" actId="478"/>
          <ac:spMkLst>
            <pc:docMk/>
            <pc:sldMk cId="498601017" sldId="269"/>
            <ac:spMk id="48" creationId="{D73A64DB-A428-6BA6-F29B-D0FC4BF90FD4}"/>
          </ac:spMkLst>
        </pc:spChg>
        <pc:spChg chg="del mod">
          <ac:chgData name="Manuel Lameiras De Figueiredo Campagnolo" userId="b58d4c78-7002-4944-83c7-8f3e4227ab94" providerId="ADAL" clId="{FC1862D3-F820-4A11-AB73-AC28D6ADC83D}" dt="2026-03-11T10:45:10.775" v="1431" actId="478"/>
          <ac:spMkLst>
            <pc:docMk/>
            <pc:sldMk cId="498601017" sldId="269"/>
            <ac:spMk id="50" creationId="{CD495F2E-7F8C-39D1-E1D3-3992EFC00C20}"/>
          </ac:spMkLst>
        </pc:spChg>
        <pc:spChg chg="del">
          <ac:chgData name="Manuel Lameiras De Figueiredo Campagnolo" userId="b58d4c78-7002-4944-83c7-8f3e4227ab94" providerId="ADAL" clId="{FC1862D3-F820-4A11-AB73-AC28D6ADC83D}" dt="2026-03-11T10:45:05.211" v="1428" actId="478"/>
          <ac:spMkLst>
            <pc:docMk/>
            <pc:sldMk cId="498601017" sldId="269"/>
            <ac:spMk id="52" creationId="{C1AC15E4-61C6-4286-59F6-A8270413F482}"/>
          </ac:spMkLst>
        </pc:spChg>
        <pc:spChg chg="del">
          <ac:chgData name="Manuel Lameiras De Figueiredo Campagnolo" userId="b58d4c78-7002-4944-83c7-8f3e4227ab94" providerId="ADAL" clId="{FC1862D3-F820-4A11-AB73-AC28D6ADC83D}" dt="2026-03-11T10:45:00.580" v="1425" actId="478"/>
          <ac:spMkLst>
            <pc:docMk/>
            <pc:sldMk cId="498601017" sldId="269"/>
            <ac:spMk id="57" creationId="{3574E8C1-9458-23EB-0F9C-2289589B1885}"/>
          </ac:spMkLst>
        </pc:spChg>
        <pc:spChg chg="mod">
          <ac:chgData name="Manuel Lameiras De Figueiredo Campagnolo" userId="b58d4c78-7002-4944-83c7-8f3e4227ab94" providerId="ADAL" clId="{FC1862D3-F820-4A11-AB73-AC28D6ADC83D}" dt="2026-03-11T11:04:17.759" v="2438" actId="20577"/>
          <ac:spMkLst>
            <pc:docMk/>
            <pc:sldMk cId="498601017" sldId="269"/>
            <ac:spMk id="77" creationId="{00000000-0000-0000-0000-000000000000}"/>
          </ac:spMkLst>
        </pc:spChg>
        <pc:spChg chg="del">
          <ac:chgData name="Manuel Lameiras De Figueiredo Campagnolo" userId="b58d4c78-7002-4944-83c7-8f3e4227ab94" providerId="ADAL" clId="{FC1862D3-F820-4A11-AB73-AC28D6ADC83D}" dt="2026-03-11T10:45:13.591" v="1432" actId="478"/>
          <ac:spMkLst>
            <pc:docMk/>
            <pc:sldMk cId="498601017" sldId="269"/>
            <ac:spMk id="79" creationId="{CD495F2E-7F8C-39D1-E1D3-3992EFC00C20}"/>
          </ac:spMkLst>
        </pc:spChg>
        <pc:spChg chg="add mod">
          <ac:chgData name="Manuel Lameiras De Figueiredo Campagnolo" userId="b58d4c78-7002-4944-83c7-8f3e4227ab94" providerId="ADAL" clId="{FC1862D3-F820-4A11-AB73-AC28D6ADC83D}" dt="2026-03-11T11:04:45.385" v="2462" actId="14100"/>
          <ac:spMkLst>
            <pc:docMk/>
            <pc:sldMk cId="498601017" sldId="269"/>
            <ac:spMk id="80" creationId="{5AE5E626-144B-4654-9886-3911EB01C4FD}"/>
          </ac:spMkLst>
        </pc:spChg>
        <pc:spChg chg="add mod">
          <ac:chgData name="Manuel Lameiras De Figueiredo Campagnolo" userId="b58d4c78-7002-4944-83c7-8f3e4227ab94" providerId="ADAL" clId="{FC1862D3-F820-4A11-AB73-AC28D6ADC83D}" dt="2026-03-11T10:47:54.440" v="1625" actId="20577"/>
          <ac:spMkLst>
            <pc:docMk/>
            <pc:sldMk cId="498601017" sldId="269"/>
            <ac:spMk id="86" creationId="{9AF7F49C-6CD2-4EFF-8768-B1D1ABF32C75}"/>
          </ac:spMkLst>
        </pc:spChg>
        <pc:spChg chg="del">
          <ac:chgData name="Manuel Lameiras De Figueiredo Campagnolo" userId="b58d4c78-7002-4944-83c7-8f3e4227ab94" providerId="ADAL" clId="{FC1862D3-F820-4A11-AB73-AC28D6ADC83D}" dt="2026-03-11T10:46:35.084" v="1455" actId="478"/>
          <ac:spMkLst>
            <pc:docMk/>
            <pc:sldMk cId="498601017" sldId="269"/>
            <ac:spMk id="88" creationId="{D9E4A491-01BD-F49D-30B5-36400C65A318}"/>
          </ac:spMkLst>
        </pc:spChg>
        <pc:spChg chg="del mod">
          <ac:chgData name="Manuel Lameiras De Figueiredo Campagnolo" userId="b58d4c78-7002-4944-83c7-8f3e4227ab94" providerId="ADAL" clId="{FC1862D3-F820-4A11-AB73-AC28D6ADC83D}" dt="2026-03-11T10:46:27.554" v="1454" actId="478"/>
          <ac:spMkLst>
            <pc:docMk/>
            <pc:sldMk cId="498601017" sldId="269"/>
            <ac:spMk id="92" creationId="{0FBD4077-38AD-2892-63A7-8CDD2DE684AB}"/>
          </ac:spMkLst>
        </pc:spChg>
        <pc:spChg chg="del mod ord">
          <ac:chgData name="Manuel Lameiras De Figueiredo Campagnolo" userId="b58d4c78-7002-4944-83c7-8f3e4227ab94" providerId="ADAL" clId="{FC1862D3-F820-4A11-AB73-AC28D6ADC83D}" dt="2026-03-11T10:51:23.917" v="1709" actId="478"/>
          <ac:spMkLst>
            <pc:docMk/>
            <pc:sldMk cId="498601017" sldId="269"/>
            <ac:spMk id="96" creationId="{25E6E781-59BF-B5C1-DC4F-94BCF8156260}"/>
          </ac:spMkLst>
        </pc:spChg>
        <pc:spChg chg="mod">
          <ac:chgData name="Manuel Lameiras De Figueiredo Campagnolo" userId="b58d4c78-7002-4944-83c7-8f3e4227ab94" providerId="ADAL" clId="{FC1862D3-F820-4A11-AB73-AC28D6ADC83D}" dt="2026-03-11T10:47:24.591" v="1550" actId="20577"/>
          <ac:spMkLst>
            <pc:docMk/>
            <pc:sldMk cId="498601017" sldId="269"/>
            <ac:spMk id="110" creationId="{44F595CD-42E8-031A-DDB5-D893F2E8DA43}"/>
          </ac:spMkLst>
        </pc:spChg>
        <pc:spChg chg="del">
          <ac:chgData name="Manuel Lameiras De Figueiredo Campagnolo" userId="b58d4c78-7002-4944-83c7-8f3e4227ab94" providerId="ADAL" clId="{FC1862D3-F820-4A11-AB73-AC28D6ADC83D}" dt="2026-03-11T10:46:27.554" v="1454" actId="478"/>
          <ac:spMkLst>
            <pc:docMk/>
            <pc:sldMk cId="498601017" sldId="269"/>
            <ac:spMk id="111" creationId="{6A42833D-EBD8-8B7D-9AC9-3A04CDCD90C4}"/>
          </ac:spMkLst>
        </pc:spChg>
        <pc:spChg chg="mod">
          <ac:chgData name="Manuel Lameiras De Figueiredo Campagnolo" userId="b58d4c78-7002-4944-83c7-8f3e4227ab94" providerId="ADAL" clId="{FC1862D3-F820-4A11-AB73-AC28D6ADC83D}" dt="2026-03-11T10:47:00.508" v="1459" actId="1076"/>
          <ac:spMkLst>
            <pc:docMk/>
            <pc:sldMk cId="498601017" sldId="269"/>
            <ac:spMk id="112" creationId="{95F87781-16D7-EC66-4940-E8F982CF2523}"/>
          </ac:spMkLst>
        </pc:spChg>
        <pc:grpChg chg="del">
          <ac:chgData name="Manuel Lameiras De Figueiredo Campagnolo" userId="b58d4c78-7002-4944-83c7-8f3e4227ab94" providerId="ADAL" clId="{FC1862D3-F820-4A11-AB73-AC28D6ADC83D}" dt="2026-03-11T10:44:58.685" v="1424" actId="478"/>
          <ac:grpSpMkLst>
            <pc:docMk/>
            <pc:sldMk cId="498601017" sldId="269"/>
            <ac:grpSpMk id="55" creationId="{A7A645BF-F634-97B9-9368-DE05BF57B88C}"/>
          </ac:grpSpMkLst>
        </pc:grpChg>
        <pc:grpChg chg="del">
          <ac:chgData name="Manuel Lameiras De Figueiredo Campagnolo" userId="b58d4c78-7002-4944-83c7-8f3e4227ab94" providerId="ADAL" clId="{FC1862D3-F820-4A11-AB73-AC28D6ADC83D}" dt="2026-03-11T10:44:56.766" v="1423" actId="478"/>
          <ac:grpSpMkLst>
            <pc:docMk/>
            <pc:sldMk cId="498601017" sldId="269"/>
            <ac:grpSpMk id="63" creationId="{B24BB29C-CE37-4181-F613-D6760D31DB8D}"/>
          </ac:grpSpMkLst>
        </pc:grpChg>
        <pc:grpChg chg="del">
          <ac:chgData name="Manuel Lameiras De Figueiredo Campagnolo" userId="b58d4c78-7002-4944-83c7-8f3e4227ab94" providerId="ADAL" clId="{FC1862D3-F820-4A11-AB73-AC28D6ADC83D}" dt="2026-03-11T10:46:17.857" v="1452" actId="478"/>
          <ac:grpSpMkLst>
            <pc:docMk/>
            <pc:sldMk cId="498601017" sldId="269"/>
            <ac:grpSpMk id="89" creationId="{B3F69C6D-66E9-8BD6-F8A7-36215EB900D7}"/>
          </ac:grpSpMkLst>
        </pc:grpChg>
        <pc:grpChg chg="del">
          <ac:chgData name="Manuel Lameiras De Figueiredo Campagnolo" userId="b58d4c78-7002-4944-83c7-8f3e4227ab94" providerId="ADAL" clId="{FC1862D3-F820-4A11-AB73-AC28D6ADC83D}" dt="2026-03-11T10:46:35.084" v="1455" actId="478"/>
          <ac:grpSpMkLst>
            <pc:docMk/>
            <pc:sldMk cId="498601017" sldId="269"/>
            <ac:grpSpMk id="101" creationId="{B56E8F8C-F26D-11EE-DE3C-93C69244E6CA}"/>
          </ac:grpSpMkLst>
        </pc:grpChg>
        <pc:grpChg chg="del">
          <ac:chgData name="Manuel Lameiras De Figueiredo Campagnolo" userId="b58d4c78-7002-4944-83c7-8f3e4227ab94" providerId="ADAL" clId="{FC1862D3-F820-4A11-AB73-AC28D6ADC83D}" dt="2026-03-11T10:46:37.133" v="1456" actId="478"/>
          <ac:grpSpMkLst>
            <pc:docMk/>
            <pc:sldMk cId="498601017" sldId="269"/>
            <ac:grpSpMk id="141" creationId="{4CF7679B-D7B9-5855-0138-260ED2FD1E49}"/>
          </ac:grpSpMkLst>
        </pc:grpChg>
        <pc:picChg chg="del mod">
          <ac:chgData name="Manuel Lameiras De Figueiredo Campagnolo" userId="b58d4c78-7002-4944-83c7-8f3e4227ab94" providerId="ADAL" clId="{FC1862D3-F820-4A11-AB73-AC28D6ADC83D}" dt="2026-03-11T10:44:35.740" v="1419" actId="478"/>
          <ac:picMkLst>
            <pc:docMk/>
            <pc:sldMk cId="498601017" sldId="269"/>
            <ac:picMk id="24" creationId="{B1930C18-93D3-A6DD-688C-FF7576E5D054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5:02.025" v="1426" actId="478"/>
          <ac:picMkLst>
            <pc:docMk/>
            <pc:sldMk cId="498601017" sldId="269"/>
            <ac:picMk id="29" creationId="{D668DC9E-D229-624A-4764-3A1C9D3BF13C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5:22.981" v="1436" actId="478"/>
          <ac:picMkLst>
            <pc:docMk/>
            <pc:sldMk cId="498601017" sldId="269"/>
            <ac:picMk id="123" creationId="{562AC2F3-451D-D331-DD27-3EF8D9A24C36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5:21.639" v="1435" actId="478"/>
          <ac:picMkLst>
            <pc:docMk/>
            <pc:sldMk cId="498601017" sldId="269"/>
            <ac:picMk id="124" creationId="{4B438229-2E9C-553E-A89E-1FEE28D2F154}"/>
          </ac:picMkLst>
        </pc:picChg>
        <pc:picChg chg="del">
          <ac:chgData name="Manuel Lameiras De Figueiredo Campagnolo" userId="b58d4c78-7002-4944-83c7-8f3e4227ab94" providerId="ADAL" clId="{FC1862D3-F820-4A11-AB73-AC28D6ADC83D}" dt="2026-03-11T10:53:27.020" v="1816" actId="478"/>
          <ac:picMkLst>
            <pc:docMk/>
            <pc:sldMk cId="498601017" sldId="269"/>
            <ac:picMk id="127" creationId="{305310FF-E787-DA56-9714-B82CBF0B1977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6:27.554" v="1454" actId="478"/>
          <ac:picMkLst>
            <pc:docMk/>
            <pc:sldMk cId="498601017" sldId="269"/>
            <ac:picMk id="128" creationId="{1D73F641-963A-42AA-BFB4-751B39964BF9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6:27.554" v="1454" actId="478"/>
          <ac:picMkLst>
            <pc:docMk/>
            <pc:sldMk cId="498601017" sldId="269"/>
            <ac:picMk id="129" creationId="{366E4F2D-9D7D-8A89-5561-D07E91CE61B2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5:44.137" v="1442" actId="478"/>
          <ac:picMkLst>
            <pc:docMk/>
            <pc:sldMk cId="498601017" sldId="269"/>
            <ac:picMk id="1058" creationId="{CB15A96B-E6D0-0776-BFBD-AA0F62EB444D}"/>
          </ac:picMkLst>
        </pc:picChg>
        <pc:picChg chg="del">
          <ac:chgData name="Manuel Lameiras De Figueiredo Campagnolo" userId="b58d4c78-7002-4944-83c7-8f3e4227ab94" providerId="ADAL" clId="{FC1862D3-F820-4A11-AB73-AC28D6ADC83D}" dt="2026-03-11T10:44:54.540" v="1422" actId="478"/>
          <ac:picMkLst>
            <pc:docMk/>
            <pc:sldMk cId="498601017" sldId="269"/>
            <ac:picMk id="1062" creationId="{A7DD7581-0246-2560-0AE7-1EFB47900998}"/>
          </ac:picMkLst>
        </pc:picChg>
        <pc:cxnChg chg="del">
          <ac:chgData name="Manuel Lameiras De Figueiredo Campagnolo" userId="b58d4c78-7002-4944-83c7-8f3e4227ab94" providerId="ADAL" clId="{FC1862D3-F820-4A11-AB73-AC28D6ADC83D}" dt="2026-03-11T10:45:08.714" v="1429" actId="478"/>
          <ac:cxnSpMkLst>
            <pc:docMk/>
            <pc:sldMk cId="498601017" sldId="269"/>
            <ac:cxnSpMk id="43" creationId="{A4964AD7-2F67-CE7F-3BED-A093830653A6}"/>
          </ac:cxnSpMkLst>
        </pc:cxnChg>
        <pc:cxnChg chg="mod">
          <ac:chgData name="Manuel Lameiras De Figueiredo Campagnolo" userId="b58d4c78-7002-4944-83c7-8f3e4227ab94" providerId="ADAL" clId="{FC1862D3-F820-4A11-AB73-AC28D6ADC83D}" dt="2026-03-11T10:52:33.964" v="1781" actId="1076"/>
          <ac:cxnSpMkLst>
            <pc:docMk/>
            <pc:sldMk cId="498601017" sldId="269"/>
            <ac:cxnSpMk id="56" creationId="{80F57F4D-BCF6-67F3-FF00-B1DF2495F566}"/>
          </ac:cxnSpMkLst>
        </pc:cxnChg>
        <pc:cxnChg chg="mod">
          <ac:chgData name="Manuel Lameiras De Figueiredo Campagnolo" userId="b58d4c78-7002-4944-83c7-8f3e4227ab94" providerId="ADAL" clId="{FC1862D3-F820-4A11-AB73-AC28D6ADC83D}" dt="2026-03-11T10:45:43.232" v="1441" actId="14100"/>
          <ac:cxnSpMkLst>
            <pc:docMk/>
            <pc:sldMk cId="498601017" sldId="269"/>
            <ac:cxnSpMk id="61" creationId="{CA41A6E5-04CC-000A-9C5B-77F2F26DF1C5}"/>
          </ac:cxnSpMkLst>
        </pc:cxnChg>
        <pc:cxnChg chg="del">
          <ac:chgData name="Manuel Lameiras De Figueiredo Campagnolo" userId="b58d4c78-7002-4944-83c7-8f3e4227ab94" providerId="ADAL" clId="{FC1862D3-F820-4A11-AB73-AC28D6ADC83D}" dt="2026-03-11T10:46:35.084" v="1455" actId="478"/>
          <ac:cxnSpMkLst>
            <pc:docMk/>
            <pc:sldMk cId="498601017" sldId="269"/>
            <ac:cxnSpMk id="65" creationId="{F590F45C-EB7D-1D9B-8FD9-643038690E05}"/>
          </ac:cxnSpMkLst>
        </pc:cxnChg>
        <pc:cxnChg chg="del mod">
          <ac:chgData name="Manuel Lameiras De Figueiredo Campagnolo" userId="b58d4c78-7002-4944-83c7-8f3e4227ab94" providerId="ADAL" clId="{FC1862D3-F820-4A11-AB73-AC28D6ADC83D}" dt="2026-03-11T10:45:20.570" v="1434" actId="478"/>
          <ac:cxnSpMkLst>
            <pc:docMk/>
            <pc:sldMk cId="498601017" sldId="269"/>
            <ac:cxnSpMk id="78" creationId="{F6ABAE5E-713D-0E5C-02BD-3B3873F6D683}"/>
          </ac:cxnSpMkLst>
        </pc:cxnChg>
        <pc:cxnChg chg="add mod">
          <ac:chgData name="Manuel Lameiras De Figueiredo Campagnolo" userId="b58d4c78-7002-4944-83c7-8f3e4227ab94" providerId="ADAL" clId="{FC1862D3-F820-4A11-AB73-AC28D6ADC83D}" dt="2026-03-11T11:04:59.808" v="2466" actId="14100"/>
          <ac:cxnSpMkLst>
            <pc:docMk/>
            <pc:sldMk cId="498601017" sldId="269"/>
            <ac:cxnSpMk id="85" creationId="{22754B80-21F5-483A-BE85-38A80C74636F}"/>
          </ac:cxnSpMkLst>
        </pc:cxnChg>
        <pc:cxnChg chg="add mod">
          <ac:chgData name="Manuel Lameiras De Figueiredo Campagnolo" userId="b58d4c78-7002-4944-83c7-8f3e4227ab94" providerId="ADAL" clId="{FC1862D3-F820-4A11-AB73-AC28D6ADC83D}" dt="2026-03-11T11:05:04.098" v="2467" actId="1076"/>
          <ac:cxnSpMkLst>
            <pc:docMk/>
            <pc:sldMk cId="498601017" sldId="269"/>
            <ac:cxnSpMk id="87" creationId="{36850C5F-35EC-4B47-9D81-8D4735E9F749}"/>
          </ac:cxnSpMkLst>
        </pc:cxnChg>
        <pc:cxnChg chg="del">
          <ac:chgData name="Manuel Lameiras De Figueiredo Campagnolo" userId="b58d4c78-7002-4944-83c7-8f3e4227ab94" providerId="ADAL" clId="{FC1862D3-F820-4A11-AB73-AC28D6ADC83D}" dt="2026-03-11T10:46:35.084" v="1455" actId="478"/>
          <ac:cxnSpMkLst>
            <pc:docMk/>
            <pc:sldMk cId="498601017" sldId="269"/>
            <ac:cxnSpMk id="93" creationId="{3EF59002-4B38-6F2E-FDBA-D5FAA641EC43}"/>
          </ac:cxnSpMkLst>
        </pc:cxnChg>
        <pc:cxnChg chg="mod">
          <ac:chgData name="Manuel Lameiras De Figueiredo Campagnolo" userId="b58d4c78-7002-4944-83c7-8f3e4227ab94" providerId="ADAL" clId="{FC1862D3-F820-4A11-AB73-AC28D6ADC83D}" dt="2026-03-11T11:05:10.075" v="2469" actId="1076"/>
          <ac:cxnSpMkLst>
            <pc:docMk/>
            <pc:sldMk cId="498601017" sldId="269"/>
            <ac:cxnSpMk id="113" creationId="{86A28124-B7E1-E7D2-766B-E2E8325CF9E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49C67-586C-4944-95EB-162000C0F767}" type="datetimeFigureOut">
              <a:rPr lang="pt-PT" smtClean="0"/>
              <a:t>11/03/2026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55166-C334-4B37-9EFE-E2EB751C6FE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588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9FBD-8844-4CB5-BEB2-00D243FA8370}" type="datetime1">
              <a:rPr lang="pt-PT" smtClean="0"/>
              <a:t>11/03/2026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953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7AC19-7848-453B-857C-19AB8D4307A1}" type="datetime1">
              <a:rPr lang="pt-PT" smtClean="0"/>
              <a:t>11/03/2026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45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505E-F238-452E-89D5-F823E5D6875E}" type="datetime1">
              <a:rPr lang="pt-PT" smtClean="0"/>
              <a:t>11/03/2026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190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0B533-06BC-4E62-B995-0306C95213CF}" type="datetime1">
              <a:rPr lang="pt-PT" smtClean="0"/>
              <a:t>11/03/2026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112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78F3-387E-4768-B20F-E5000924CFF4}" type="datetime1">
              <a:rPr lang="pt-PT" smtClean="0"/>
              <a:t>11/03/2026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314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7112-3495-42CE-95E5-5E34E0DEE0CC}" type="datetime1">
              <a:rPr lang="pt-PT" smtClean="0"/>
              <a:t>11/03/2026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185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5B9C7-3D80-4409-A5E1-ED3A122B2338}" type="datetime1">
              <a:rPr lang="pt-PT" smtClean="0"/>
              <a:t>11/03/2026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760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E2EDD-8174-4321-8294-4E9EC4C10138}" type="datetime1">
              <a:rPr lang="pt-PT" smtClean="0"/>
              <a:t>11/03/2026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825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A647-267F-4942-AC4D-D3702B3EE401}" type="datetime1">
              <a:rPr lang="pt-PT" smtClean="0"/>
              <a:t>11/03/2026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700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4B78B-6B88-4F5E-A7D9-4000AB4F5ABF}" type="datetime1">
              <a:rPr lang="pt-PT" smtClean="0"/>
              <a:t>11/03/2026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238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1324F-8FDF-44DA-B965-40BA03737791}" type="datetime1">
              <a:rPr lang="pt-PT" smtClean="0"/>
              <a:t>11/03/2026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097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C5750-50B1-4CD5-BC7C-EBF61309E3A4}" type="datetime1">
              <a:rPr lang="pt-PT" smtClean="0"/>
              <a:t>11/03/2026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197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microsoft.com/office/2007/relationships/hdphoto" Target="../media/hdphoto4.wdp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5.png"/><Relationship Id="rId2" Type="http://schemas.openxmlformats.org/officeDocument/2006/relationships/image" Target="../media/image3.png"/><Relationship Id="rId16" Type="http://schemas.microsoft.com/office/2007/relationships/hdphoto" Target="../media/hdphoto3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microsoft.com/office/2007/relationships/hdphoto" Target="../media/hdphoto1.wdp"/><Relationship Id="rId15" Type="http://schemas.microsoft.com/office/2007/relationships/hdphoto" Target="../media/hdphoto2.wdp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FF78-8B39-43A1-9C81-B70BC0EFB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/>
              <a:t>Reunião</a:t>
            </a:r>
            <a:r>
              <a:rPr lang="en-US" sz="4000" dirty="0"/>
              <a:t> DGT/LIP/CNCA/ISA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Pipeline HPC e Carta </a:t>
            </a:r>
            <a:r>
              <a:rPr lang="en-US" sz="4000" dirty="0" err="1"/>
              <a:t>Bimestral</a:t>
            </a:r>
            <a:r>
              <a:rPr lang="en-US" sz="4000" dirty="0"/>
              <a:t> de </a:t>
            </a:r>
            <a:r>
              <a:rPr lang="en-US" sz="4000" dirty="0" err="1"/>
              <a:t>Perdas</a:t>
            </a:r>
            <a:r>
              <a:rPr lang="en-US" sz="4000" dirty="0"/>
              <a:t> de </a:t>
            </a:r>
            <a:r>
              <a:rPr lang="en-US" sz="4000" dirty="0" err="1"/>
              <a:t>Vegetação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E0F95-72A9-4C10-9687-1FEAC6FC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9920"/>
            <a:ext cx="9144000" cy="1655762"/>
          </a:xfrm>
        </p:spPr>
        <p:txBody>
          <a:bodyPr/>
          <a:lstStyle/>
          <a:p>
            <a:r>
              <a:rPr lang="en-US" dirty="0"/>
              <a:t>11 de </a:t>
            </a:r>
            <a:r>
              <a:rPr lang="en-US" dirty="0" err="1"/>
              <a:t>março</a:t>
            </a:r>
            <a:r>
              <a:rPr lang="en-US" dirty="0"/>
              <a:t> de 2026</a:t>
            </a:r>
          </a:p>
          <a:p>
            <a:r>
              <a:rPr lang="en-US" dirty="0"/>
              <a:t>Manuel Campagnolo (ISA)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71BBB-E585-467C-A7B2-13E098B2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82562-046B-438D-B2D8-06904CBA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725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8356" y="394637"/>
            <a:ext cx="10247698" cy="314746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Objectivo</a:t>
            </a:r>
            <a:r>
              <a:rPr lang="en-US" dirty="0"/>
              <a:t> da </a:t>
            </a:r>
            <a:r>
              <a:rPr lang="en-US" dirty="0" err="1"/>
              <a:t>colaboração</a:t>
            </a:r>
            <a:r>
              <a:rPr lang="en-US" dirty="0"/>
              <a:t> ISA/DGT: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PT" dirty="0"/>
              <a:t>Desenvolver metodologias eficazes à escala nacional e eficientes a nível computacional para a criação sistemática de um produto nacional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PT" dirty="0"/>
              <a:t>Produto em formato vetorial de delimitação de manchas superiores a 0.5 </a:t>
            </a:r>
            <a:r>
              <a:rPr lang="pt-PT" dirty="0" err="1"/>
              <a:t>ha</a:t>
            </a:r>
            <a:r>
              <a:rPr lang="pt-PT" dirty="0"/>
              <a:t> de perda recente de floresta e mato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PT" dirty="0"/>
              <a:t>A geração do produto é baseada em análise automática de imagens de satélite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/>
              <a:t>Reunião DGT/LIP/ISA 11 março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2</a:t>
            </a:fld>
            <a:endParaRPr lang="pt-PT"/>
          </a:p>
        </p:txBody>
      </p:sp>
      <p:sp>
        <p:nvSpPr>
          <p:cNvPr id="8" name="TextBox 7"/>
          <p:cNvSpPr txBox="1"/>
          <p:nvPr/>
        </p:nvSpPr>
        <p:spPr>
          <a:xfrm>
            <a:off x="898356" y="3696101"/>
            <a:ext cx="94231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Aspetos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desenvolvimento</a:t>
            </a:r>
            <a:r>
              <a:rPr lang="en-US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Dados de </a:t>
            </a:r>
            <a:r>
              <a:rPr lang="en-US" sz="2400" dirty="0" err="1"/>
              <a:t>referência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Algoritmos</a:t>
            </a:r>
            <a:r>
              <a:rPr lang="en-US" sz="2400" dirty="0"/>
              <a:t> de </a:t>
            </a:r>
            <a:r>
              <a:rPr lang="en-US" sz="2400" dirty="0" err="1"/>
              <a:t>deteção</a:t>
            </a:r>
            <a:r>
              <a:rPr lang="en-US" sz="2400" dirty="0"/>
              <a:t> de </a:t>
            </a:r>
            <a:r>
              <a:rPr lang="en-US" sz="2400" dirty="0" err="1"/>
              <a:t>alterações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Algoritmos</a:t>
            </a:r>
            <a:r>
              <a:rPr lang="en-US" sz="2400" dirty="0"/>
              <a:t> de </a:t>
            </a:r>
            <a:r>
              <a:rPr lang="en-US" sz="2400" dirty="0" err="1"/>
              <a:t>segmentação</a:t>
            </a:r>
            <a:r>
              <a:rPr lang="en-US" sz="2400" dirty="0"/>
              <a:t>/</a:t>
            </a:r>
            <a:r>
              <a:rPr lang="en-US" sz="2400" dirty="0" err="1"/>
              <a:t>classificação</a:t>
            </a:r>
            <a:r>
              <a:rPr lang="en-US" sz="2400" dirty="0"/>
              <a:t> de 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Validação</a:t>
            </a:r>
            <a:r>
              <a:rPr lang="en-US" sz="2400" dirty="0"/>
              <a:t> dos </a:t>
            </a:r>
            <a:r>
              <a:rPr lang="en-US" sz="2400" dirty="0" err="1"/>
              <a:t>resultados</a:t>
            </a:r>
            <a:r>
              <a:rPr lang="en-US" sz="2400" dirty="0"/>
              <a:t> </a:t>
            </a:r>
            <a:r>
              <a:rPr lang="en-US" sz="2400" dirty="0" err="1"/>
              <a:t>Implementação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96148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3</a:t>
            </a:fld>
            <a:endParaRPr lang="pt-PT"/>
          </a:p>
        </p:txBody>
      </p:sp>
      <p:sp>
        <p:nvSpPr>
          <p:cNvPr id="7" name="TextBox 6"/>
          <p:cNvSpPr txBox="1"/>
          <p:nvPr/>
        </p:nvSpPr>
        <p:spPr>
          <a:xfrm>
            <a:off x="828918" y="1312032"/>
            <a:ext cx="59740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Imagens</a:t>
            </a:r>
            <a:r>
              <a:rPr lang="en-US" sz="2400" b="1" dirty="0"/>
              <a:t> de </a:t>
            </a:r>
            <a:r>
              <a:rPr lang="en-US" sz="2400" b="1" dirty="0" err="1"/>
              <a:t>satélite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Coleção</a:t>
            </a:r>
            <a:r>
              <a:rPr lang="en-US" sz="2400" dirty="0"/>
              <a:t> de imagens Sentinel-2 L2 para Portugal Continental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Cada</a:t>
            </a:r>
            <a:r>
              <a:rPr lang="en-US" sz="2400" dirty="0"/>
              <a:t> tile 100 km </a:t>
            </a:r>
            <a:r>
              <a:rPr lang="en-US" sz="2400" dirty="0" err="1"/>
              <a:t>por</a:t>
            </a:r>
            <a:r>
              <a:rPr lang="en-US" sz="2400" dirty="0"/>
              <a:t> 100 km, 13 </a:t>
            </a:r>
            <a:r>
              <a:rPr lang="en-US" sz="2400" dirty="0" err="1"/>
              <a:t>bandas</a:t>
            </a:r>
            <a:r>
              <a:rPr lang="en-US" sz="2400" dirty="0"/>
              <a:t>,  </a:t>
            </a:r>
            <a:r>
              <a:rPr lang="en-US" sz="2400" dirty="0" err="1"/>
              <a:t>ocupa</a:t>
            </a:r>
            <a:r>
              <a:rPr lang="en-US" sz="2400" dirty="0"/>
              <a:t> ~</a:t>
            </a:r>
            <a:r>
              <a:rPr lang="en-US" sz="2400" dirty="0" err="1"/>
              <a:t>1Gb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resolução</a:t>
            </a:r>
            <a:r>
              <a:rPr lang="en-US" sz="2400" dirty="0"/>
              <a:t> temporal é de 5 </a:t>
            </a:r>
            <a:r>
              <a:rPr lang="en-US" sz="2400" dirty="0" err="1"/>
              <a:t>dias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 imagens Sentinel-2 L2 </a:t>
            </a:r>
            <a:r>
              <a:rPr lang="en-US" sz="2400" dirty="0" err="1"/>
              <a:t>estão</a:t>
            </a:r>
            <a:r>
              <a:rPr lang="en-US" sz="2400" dirty="0"/>
              <a:t> </a:t>
            </a:r>
            <a:r>
              <a:rPr lang="en-US" sz="2400" dirty="0" err="1"/>
              <a:t>disponíveis</a:t>
            </a:r>
            <a:r>
              <a:rPr lang="en-US" sz="2400" dirty="0"/>
              <a:t> </a:t>
            </a:r>
            <a:r>
              <a:rPr lang="en-US" sz="2400" dirty="0" err="1"/>
              <a:t>desde</a:t>
            </a:r>
            <a:r>
              <a:rPr lang="en-US" sz="2400" dirty="0"/>
              <a:t> 2017</a:t>
            </a:r>
            <a:endParaRPr lang="pt-PT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494" y="741144"/>
            <a:ext cx="3682814" cy="53746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917" y="4599619"/>
            <a:ext cx="64627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Dados de referência vetoriais</a:t>
            </a:r>
            <a:r>
              <a:rPr lang="pt-BR" sz="2400" dirty="0"/>
              <a:t>: polígonos de perdas de vegetação, período de análise, data_antes_perda, data_depois_perda ou nao_alteracao, agente causador (fogo, corte, outro)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04" y="339676"/>
            <a:ext cx="4706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Dados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234551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30" y="823559"/>
            <a:ext cx="7552034" cy="4365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641" y="5263503"/>
            <a:ext cx="9760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Série</a:t>
            </a:r>
            <a:r>
              <a:rPr lang="en-US" dirty="0"/>
              <a:t> temporal do </a:t>
            </a:r>
            <a:r>
              <a:rPr lang="en-US" dirty="0" err="1"/>
              <a:t>índice</a:t>
            </a:r>
            <a:r>
              <a:rPr lang="en-US" dirty="0"/>
              <a:t> </a:t>
            </a:r>
            <a:r>
              <a:rPr lang="en-US" dirty="0" err="1"/>
              <a:t>espetral</a:t>
            </a:r>
            <a:r>
              <a:rPr lang="en-US" dirty="0"/>
              <a:t> NDVI </a:t>
            </a:r>
            <a:r>
              <a:rPr lang="en-US" dirty="0" err="1"/>
              <a:t>derivado</a:t>
            </a:r>
            <a:r>
              <a:rPr lang="en-US" dirty="0"/>
              <a:t> de </a:t>
            </a:r>
            <a:r>
              <a:rPr lang="en-US" dirty="0" err="1"/>
              <a:t>imagens</a:t>
            </a:r>
            <a:r>
              <a:rPr lang="en-US" dirty="0"/>
              <a:t> Sentinel-2 (</a:t>
            </a:r>
            <a:r>
              <a:rPr lang="en-US" dirty="0" err="1"/>
              <a:t>resolução</a:t>
            </a:r>
            <a:r>
              <a:rPr lang="en-US" dirty="0"/>
              <a:t> </a:t>
            </a:r>
            <a:r>
              <a:rPr lang="en-US" dirty="0" err="1"/>
              <a:t>10m</a:t>
            </a:r>
            <a:r>
              <a:rPr lang="en-US" dirty="0"/>
              <a:t>) </a:t>
            </a:r>
            <a:r>
              <a:rPr lang="en-US" dirty="0" err="1"/>
              <a:t>sobre</a:t>
            </a:r>
            <a:r>
              <a:rPr lang="en-US" dirty="0"/>
              <a:t> um </a:t>
            </a:r>
            <a:r>
              <a:rPr lang="en-US" dirty="0" err="1"/>
              <a:t>talhão</a:t>
            </a:r>
            <a:r>
              <a:rPr lang="en-US" dirty="0"/>
              <a:t> no </a:t>
            </a:r>
            <a:r>
              <a:rPr lang="en-US" dirty="0" err="1"/>
              <a:t>qual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realizados</a:t>
            </a:r>
            <a:r>
              <a:rPr lang="en-US" dirty="0"/>
              <a:t> </a:t>
            </a:r>
            <a:r>
              <a:rPr lang="en-US" dirty="0" err="1"/>
              <a:t>cortes</a:t>
            </a:r>
            <a:r>
              <a:rPr lang="en-US" dirty="0"/>
              <a:t> </a:t>
            </a:r>
            <a:r>
              <a:rPr lang="en-US" dirty="0" err="1"/>
              <a:t>rasos</a:t>
            </a:r>
            <a:r>
              <a:rPr lang="en-US" dirty="0"/>
              <a:t> de </a:t>
            </a:r>
            <a:r>
              <a:rPr lang="en-US" dirty="0" err="1"/>
              <a:t>eucalipto</a:t>
            </a:r>
            <a:r>
              <a:rPr lang="en-US" dirty="0"/>
              <a:t>. A </a:t>
            </a:r>
            <a:r>
              <a:rPr lang="en-US" dirty="0" err="1"/>
              <a:t>análise</a:t>
            </a:r>
            <a:r>
              <a:rPr lang="en-US" dirty="0"/>
              <a:t> das </a:t>
            </a:r>
            <a:r>
              <a:rPr lang="en-US" dirty="0" err="1"/>
              <a:t>imagens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registar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local a data da </a:t>
            </a:r>
            <a:r>
              <a:rPr lang="en-US" dirty="0" err="1"/>
              <a:t>imagem</a:t>
            </a:r>
            <a:r>
              <a:rPr lang="en-US" dirty="0"/>
              <a:t> anterior (</a:t>
            </a:r>
            <a:r>
              <a:rPr lang="en-US" dirty="0" err="1"/>
              <a:t>pré</a:t>
            </a:r>
            <a:r>
              <a:rPr lang="en-US" dirty="0"/>
              <a:t>) e posterior (</a:t>
            </a:r>
            <a:r>
              <a:rPr lang="en-US" dirty="0" err="1"/>
              <a:t>pós</a:t>
            </a:r>
            <a:r>
              <a:rPr lang="en-US" dirty="0"/>
              <a:t>) à </a:t>
            </a:r>
            <a:r>
              <a:rPr lang="en-US" dirty="0" err="1"/>
              <a:t>alteração</a:t>
            </a:r>
            <a:r>
              <a:rPr lang="en-US" dirty="0"/>
              <a:t>. 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4</a:t>
            </a:fld>
            <a:endParaRPr lang="pt-PT"/>
          </a:p>
        </p:txBody>
      </p:sp>
      <p:sp>
        <p:nvSpPr>
          <p:cNvPr id="8" name="TextBox 7"/>
          <p:cNvSpPr txBox="1"/>
          <p:nvPr/>
        </p:nvSpPr>
        <p:spPr>
          <a:xfrm>
            <a:off x="879718" y="232855"/>
            <a:ext cx="9429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Exemplo</a:t>
            </a:r>
            <a:r>
              <a:rPr lang="en-US" sz="2400" dirty="0"/>
              <a:t> de dados de </a:t>
            </a:r>
            <a:r>
              <a:rPr lang="en-US" sz="2400" dirty="0" err="1"/>
              <a:t>referência</a:t>
            </a:r>
            <a:r>
              <a:rPr lang="en-US" sz="2400" dirty="0"/>
              <a:t>: </a:t>
            </a:r>
            <a:r>
              <a:rPr lang="en-US" sz="2400" dirty="0" err="1"/>
              <a:t>informação</a:t>
            </a:r>
            <a:r>
              <a:rPr lang="en-US" sz="2400" dirty="0"/>
              <a:t> </a:t>
            </a:r>
            <a:r>
              <a:rPr lang="en-US" sz="2400" dirty="0" err="1"/>
              <a:t>vetorial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</a:t>
            </a:r>
            <a:r>
              <a:rPr lang="en-US" sz="2400" dirty="0" err="1"/>
              <a:t>cortes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408621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4CF1-31BB-CBC9-D7EB-C4D2487A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73A64DB-A428-6BA6-F29B-D0FC4BF90FD4}"/>
              </a:ext>
            </a:extLst>
          </p:cNvPr>
          <p:cNvSpPr/>
          <p:nvPr/>
        </p:nvSpPr>
        <p:spPr>
          <a:xfrm>
            <a:off x="7875888" y="1275801"/>
            <a:ext cx="4259464" cy="5410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6153558-509C-C64E-EC38-0975401E0DD8}"/>
              </a:ext>
            </a:extLst>
          </p:cNvPr>
          <p:cNvSpPr/>
          <p:nvPr/>
        </p:nvSpPr>
        <p:spPr>
          <a:xfrm>
            <a:off x="8427720" y="1771515"/>
            <a:ext cx="3581400" cy="23654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22533-E9D3-28B6-4EFB-A7B61E742E95}"/>
              </a:ext>
            </a:extLst>
          </p:cNvPr>
          <p:cNvSpPr txBox="1"/>
          <p:nvPr/>
        </p:nvSpPr>
        <p:spPr>
          <a:xfrm>
            <a:off x="1664459" y="2928366"/>
            <a:ext cx="1131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ambria"/>
                <a:ea typeface="Cambria"/>
              </a:rPr>
              <a:t>Sentinel-2 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latin typeface="Cambria"/>
                <a:ea typeface="Cambria"/>
              </a:rPr>
              <a:t>Time Series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44" name="Picture 20" descr="Internet Vector Icons free download in SVG, PNG Format">
            <a:extLst>
              <a:ext uri="{FF2B5EF4-FFF2-40B4-BE49-F238E27FC236}">
                <a16:creationId xmlns:a16="http://schemas.microsoft.com/office/drawing/2014/main" id="{57549A0F-D4C3-249D-B794-3F25994D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84" y="2002820"/>
            <a:ext cx="535146" cy="53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an 14">
            <a:extLst>
              <a:ext uri="{FF2B5EF4-FFF2-40B4-BE49-F238E27FC236}">
                <a16:creationId xmlns:a16="http://schemas.microsoft.com/office/drawing/2014/main" id="{95CD0B09-FC78-9E70-6098-62F195AF7210}"/>
              </a:ext>
            </a:extLst>
          </p:cNvPr>
          <p:cNvSpPr/>
          <p:nvPr/>
        </p:nvSpPr>
        <p:spPr>
          <a:xfrm>
            <a:off x="5832574" y="1658408"/>
            <a:ext cx="924349" cy="117051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48" name="Picture 24" descr="Hierarchical Data Format - Wikipedia">
            <a:extLst>
              <a:ext uri="{FF2B5EF4-FFF2-40B4-BE49-F238E27FC236}">
                <a16:creationId xmlns:a16="http://schemas.microsoft.com/office/drawing/2014/main" id="{7BCC78AE-76FB-2F5C-9445-9A0CEF573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041" y="2180194"/>
            <a:ext cx="613414" cy="24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107215-D870-DE84-C078-AD7CEE3243C9}"/>
              </a:ext>
            </a:extLst>
          </p:cNvPr>
          <p:cNvSpPr txBox="1"/>
          <p:nvPr/>
        </p:nvSpPr>
        <p:spPr>
          <a:xfrm>
            <a:off x="5297579" y="2904435"/>
            <a:ext cx="19943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Ficheiro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HDF5 </a:t>
            </a:r>
          </a:p>
          <a:p>
            <a:pPr algn="ctr"/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Array </a:t>
            </a:r>
          </a:p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n_time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n_bands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200" b="1" dirty="0" err="1">
                <a:latin typeface="Cambria" panose="02040503050406030204" pitchFamily="18" charset="0"/>
                <a:ea typeface="Cambria" panose="02040503050406030204" pitchFamily="18" charset="0"/>
              </a:rPr>
              <a:t>n_pixels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CF24AB-8423-4D45-287A-6C0537F022A1}"/>
              </a:ext>
            </a:extLst>
          </p:cNvPr>
          <p:cNvGrpSpPr/>
          <p:nvPr/>
        </p:nvGrpSpPr>
        <p:grpSpPr>
          <a:xfrm>
            <a:off x="1600953" y="3453277"/>
            <a:ext cx="2389538" cy="380910"/>
            <a:chOff x="1891760" y="3796987"/>
            <a:chExt cx="2389538" cy="380910"/>
          </a:xfrm>
        </p:grpSpPr>
        <p:pic>
          <p:nvPicPr>
            <p:cNvPr id="1052" name="Picture 28" descr="Hard Drive Icon Vector Art, Icons, and Graphics for Free Download">
              <a:extLst>
                <a:ext uri="{FF2B5EF4-FFF2-40B4-BE49-F238E27FC236}">
                  <a16:creationId xmlns:a16="http://schemas.microsoft.com/office/drawing/2014/main" id="{8B0DA5D4-5899-8FC1-51A4-16007218F4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000" b="68500" l="15000" r="87000">
                          <a14:foregroundMark x1="21000" y1="45500" x2="21000" y2="4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6" t="28930" r="12790" b="31070"/>
            <a:stretch/>
          </p:blipFill>
          <p:spPr bwMode="auto">
            <a:xfrm>
              <a:off x="1962538" y="3855796"/>
              <a:ext cx="455537" cy="263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1B1E0B-5896-AB92-8EA3-0E125E4FA237}"/>
                </a:ext>
              </a:extLst>
            </p:cNvPr>
            <p:cNvSpPr txBox="1"/>
            <p:nvPr/>
          </p:nvSpPr>
          <p:spPr>
            <a:xfrm>
              <a:off x="2429509" y="3823049"/>
              <a:ext cx="18517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~0.75 TB/</a:t>
              </a:r>
              <a:r>
                <a:rPr lang="en-US" sz="1400" dirty="0" err="1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banda</a:t>
              </a:r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(PT)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8C049E-E9B6-F80F-152F-D452BB04386F}"/>
                </a:ext>
              </a:extLst>
            </p:cNvPr>
            <p:cNvSpPr/>
            <p:nvPr/>
          </p:nvSpPr>
          <p:spPr>
            <a:xfrm>
              <a:off x="1891760" y="3796987"/>
              <a:ext cx="1562640" cy="38091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2B286B-D416-31EC-B944-02460514821A}"/>
              </a:ext>
            </a:extLst>
          </p:cNvPr>
          <p:cNvGrpSpPr/>
          <p:nvPr/>
        </p:nvGrpSpPr>
        <p:grpSpPr>
          <a:xfrm>
            <a:off x="5497105" y="3796987"/>
            <a:ext cx="1810692" cy="380910"/>
            <a:chOff x="1891760" y="3796987"/>
            <a:chExt cx="1810692" cy="38091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14A313-D8AF-4D9A-E7B9-C674B42D015C}"/>
                </a:ext>
              </a:extLst>
            </p:cNvPr>
            <p:cNvSpPr txBox="1"/>
            <p:nvPr/>
          </p:nvSpPr>
          <p:spPr>
            <a:xfrm>
              <a:off x="2336372" y="382304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~0.3 TB/</a:t>
              </a:r>
              <a:r>
                <a:rPr lang="en-US" sz="1400" dirty="0" err="1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banda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359C7A-15BE-2A77-2857-0F28FE44437D}"/>
                </a:ext>
              </a:extLst>
            </p:cNvPr>
            <p:cNvSpPr/>
            <p:nvPr/>
          </p:nvSpPr>
          <p:spPr>
            <a:xfrm>
              <a:off x="1891760" y="3796987"/>
              <a:ext cx="1562640" cy="38091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1930C18-93D3-A6DD-688C-FF7576E5D0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685" y="1890858"/>
            <a:ext cx="1772905" cy="114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846480-97B1-7803-9B83-07DDFC2511D7}"/>
              </a:ext>
            </a:extLst>
          </p:cNvPr>
          <p:cNvSpPr txBox="1"/>
          <p:nvPr/>
        </p:nvSpPr>
        <p:spPr>
          <a:xfrm>
            <a:off x="8570585" y="3236869"/>
            <a:ext cx="1772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PyCCD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(pixel level)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668DC9E-D229-624A-4764-3A1C9D3BF13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626"/>
          <a:stretch/>
        </p:blipFill>
        <p:spPr>
          <a:xfrm>
            <a:off x="10458146" y="1886839"/>
            <a:ext cx="1410426" cy="2070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58" name="Picture 34" descr="High-Performance Computing - Tachyum">
            <a:extLst>
              <a:ext uri="{FF2B5EF4-FFF2-40B4-BE49-F238E27FC236}">
                <a16:creationId xmlns:a16="http://schemas.microsoft.com/office/drawing/2014/main" id="{CB15A96B-E6D0-0776-BFBD-AA0F62EB4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923" y="1326604"/>
            <a:ext cx="433202" cy="43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1AC15E4-61C6-4286-59F6-A8270413F482}"/>
              </a:ext>
            </a:extLst>
          </p:cNvPr>
          <p:cNvSpPr txBox="1"/>
          <p:nvPr/>
        </p:nvSpPr>
        <p:spPr>
          <a:xfrm>
            <a:off x="8401910" y="1286933"/>
            <a:ext cx="16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HPC (480 tasks)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F57F4D-BCF6-67F3-FF00-B1DF2495F566}"/>
              </a:ext>
            </a:extLst>
          </p:cNvPr>
          <p:cNvCxnSpPr>
            <a:cxnSpLocks/>
          </p:cNvCxnSpPr>
          <p:nvPr/>
        </p:nvCxnSpPr>
        <p:spPr>
          <a:xfrm>
            <a:off x="2705918" y="2261416"/>
            <a:ext cx="358678" cy="8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BE2C423-CF09-B866-25FD-5864DD47B89B}"/>
              </a:ext>
            </a:extLst>
          </p:cNvPr>
          <p:cNvCxnSpPr/>
          <p:nvPr/>
        </p:nvCxnSpPr>
        <p:spPr>
          <a:xfrm>
            <a:off x="5237660" y="2243665"/>
            <a:ext cx="5188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8" descr="Hard Drive Icon Vector Art, Icons, and Graphics for Free Download">
            <a:extLst>
              <a:ext uri="{FF2B5EF4-FFF2-40B4-BE49-F238E27FC236}">
                <a16:creationId xmlns:a16="http://schemas.microsoft.com/office/drawing/2014/main" id="{42F9F1DF-FF10-2A32-2F06-700DCD883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00" b="68500" l="15000" r="87000">
                        <a14:foregroundMark x1="21000" y1="45500" x2="21000" y2="45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76" t="28930" r="12790" b="31070"/>
          <a:stretch/>
        </p:blipFill>
        <p:spPr bwMode="auto">
          <a:xfrm>
            <a:off x="5531429" y="3852052"/>
            <a:ext cx="455537" cy="26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41A6E5-04CC-000A-9C5B-77F2F26DF1C5}"/>
              </a:ext>
            </a:extLst>
          </p:cNvPr>
          <p:cNvCxnSpPr>
            <a:endCxn id="36" idx="1"/>
          </p:cNvCxnSpPr>
          <p:nvPr/>
        </p:nvCxnSpPr>
        <p:spPr>
          <a:xfrm>
            <a:off x="6922974" y="2275195"/>
            <a:ext cx="1504746" cy="6790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4964AD7-2F67-CE7F-3BED-A093830653A6}"/>
              </a:ext>
            </a:extLst>
          </p:cNvPr>
          <p:cNvCxnSpPr/>
          <p:nvPr/>
        </p:nvCxnSpPr>
        <p:spPr>
          <a:xfrm>
            <a:off x="7085562" y="2165913"/>
            <a:ext cx="1064058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495F2E-7F8C-39D1-E1D3-3992EFC00C20}"/>
              </a:ext>
            </a:extLst>
          </p:cNvPr>
          <p:cNvSpPr txBox="1"/>
          <p:nvPr/>
        </p:nvSpPr>
        <p:spPr>
          <a:xfrm>
            <a:off x="7228537" y="1904303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B6028B6-0C47-6071-C247-583A3FCA0D2B}"/>
              </a:ext>
            </a:extLst>
          </p:cNvPr>
          <p:cNvCxnSpPr/>
          <p:nvPr/>
        </p:nvCxnSpPr>
        <p:spPr>
          <a:xfrm>
            <a:off x="962025" y="2270393"/>
            <a:ext cx="85031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9276584-7BD8-0B46-94CD-5186867ADD05}"/>
              </a:ext>
            </a:extLst>
          </p:cNvPr>
          <p:cNvSpPr txBox="1"/>
          <p:nvPr/>
        </p:nvSpPr>
        <p:spPr>
          <a:xfrm>
            <a:off x="1015704" y="2008783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pic>
        <p:nvPicPr>
          <p:cNvPr id="1062" name="Picture 38" descr="Pandas icon - Free Download PNG &amp; SVG | Streamline">
            <a:extLst>
              <a:ext uri="{FF2B5EF4-FFF2-40B4-BE49-F238E27FC236}">
                <a16:creationId xmlns:a16="http://schemas.microsoft.com/office/drawing/2014/main" id="{A7DD7581-0246-2560-0AE7-1EFB47900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0" b="32503"/>
          <a:stretch/>
        </p:blipFill>
        <p:spPr bwMode="auto">
          <a:xfrm>
            <a:off x="10120415" y="5550579"/>
            <a:ext cx="1545468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A7A645BF-F634-97B9-9368-DE05BF57B88C}"/>
              </a:ext>
            </a:extLst>
          </p:cNvPr>
          <p:cNvGrpSpPr/>
          <p:nvPr/>
        </p:nvGrpSpPr>
        <p:grpSpPr>
          <a:xfrm>
            <a:off x="8979123" y="4786970"/>
            <a:ext cx="1057275" cy="1478279"/>
            <a:chOff x="6448424" y="5006327"/>
            <a:chExt cx="1057275" cy="1478280"/>
          </a:xfrm>
        </p:grpSpPr>
        <p:pic>
          <p:nvPicPr>
            <p:cNvPr id="1068" name="Picture 44" descr="File:Apache Parquet logo.svg">
              <a:extLst>
                <a:ext uri="{FF2B5EF4-FFF2-40B4-BE49-F238E27FC236}">
                  <a16:creationId xmlns:a16="http://schemas.microsoft.com/office/drawing/2014/main" id="{F92FBF6D-E417-3710-2C2A-48BA0D51A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455" y="5761015"/>
              <a:ext cx="768555" cy="157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0" name="Picture 46" descr="Blue Files Icon for Easy File Management">
              <a:extLst>
                <a:ext uri="{FF2B5EF4-FFF2-40B4-BE49-F238E27FC236}">
                  <a16:creationId xmlns:a16="http://schemas.microsoft.com/office/drawing/2014/main" id="{D6291484-89AC-818D-DDFB-5FEBAA3C14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4" r="14825"/>
            <a:stretch/>
          </p:blipFill>
          <p:spPr bwMode="auto">
            <a:xfrm>
              <a:off x="6448424" y="5006327"/>
              <a:ext cx="1057275" cy="1478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574E8C1-9458-23EB-0F9C-2289589B1885}"/>
              </a:ext>
            </a:extLst>
          </p:cNvPr>
          <p:cNvSpPr txBox="1"/>
          <p:nvPr/>
        </p:nvSpPr>
        <p:spPr>
          <a:xfrm>
            <a:off x="10120415" y="4904248"/>
            <a:ext cx="155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Result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DataFrame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6ABAE5E-713D-0E5C-02BD-3B3873F6D683}"/>
              </a:ext>
            </a:extLst>
          </p:cNvPr>
          <p:cNvCxnSpPr>
            <a:stCxn id="36" idx="2"/>
          </p:cNvCxnSpPr>
          <p:nvPr/>
        </p:nvCxnSpPr>
        <p:spPr>
          <a:xfrm>
            <a:off x="10218420" y="4136957"/>
            <a:ext cx="0" cy="7262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4BB29C-CE37-4181-F613-D6760D31DB8D}"/>
              </a:ext>
            </a:extLst>
          </p:cNvPr>
          <p:cNvGrpSpPr/>
          <p:nvPr/>
        </p:nvGrpSpPr>
        <p:grpSpPr>
          <a:xfrm>
            <a:off x="9418071" y="6196910"/>
            <a:ext cx="1600698" cy="380910"/>
            <a:chOff x="5542444" y="4876889"/>
            <a:chExt cx="1600698" cy="38091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C4DD2FE-3692-059B-DFC0-1D1F5A5A558D}"/>
                </a:ext>
              </a:extLst>
            </p:cNvPr>
            <p:cNvGrpSpPr/>
            <p:nvPr/>
          </p:nvGrpSpPr>
          <p:grpSpPr>
            <a:xfrm>
              <a:off x="5542444" y="4876889"/>
              <a:ext cx="1600698" cy="380910"/>
              <a:chOff x="1891760" y="3796987"/>
              <a:chExt cx="1600698" cy="38091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1BB7319-D7C5-E21D-69D7-635E39B9B951}"/>
                  </a:ext>
                </a:extLst>
              </p:cNvPr>
              <p:cNvSpPr txBox="1"/>
              <p:nvPr/>
            </p:nvSpPr>
            <p:spPr>
              <a:xfrm>
                <a:off x="2336372" y="3823049"/>
                <a:ext cx="11560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~43 GB (PT)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C910DD-3822-5BC2-D7D0-A477E2122F84}"/>
                  </a:ext>
                </a:extLst>
              </p:cNvPr>
              <p:cNvSpPr/>
              <p:nvPr/>
            </p:nvSpPr>
            <p:spPr>
              <a:xfrm>
                <a:off x="1891760" y="3796987"/>
                <a:ext cx="1562640" cy="380910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84" name="Picture 28" descr="Hard Drive Icon Vector Art, Icons, and Graphics for Free Download">
              <a:extLst>
                <a:ext uri="{FF2B5EF4-FFF2-40B4-BE49-F238E27FC236}">
                  <a16:creationId xmlns:a16="http://schemas.microsoft.com/office/drawing/2014/main" id="{86591CC2-63F2-BE9C-137E-D004BAC534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000" b="68500" l="15000" r="87000">
                          <a14:foregroundMark x1="21000" y1="45500" x2="21000" y2="4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6" t="28930" r="12790" b="31070"/>
            <a:stretch/>
          </p:blipFill>
          <p:spPr bwMode="auto">
            <a:xfrm>
              <a:off x="5549165" y="4935699"/>
              <a:ext cx="455537" cy="263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F590F45C-EB7D-1D9B-8FD9-643038690E05}"/>
              </a:ext>
            </a:extLst>
          </p:cNvPr>
          <p:cNvCxnSpPr/>
          <p:nvPr/>
        </p:nvCxnSpPr>
        <p:spPr>
          <a:xfrm rot="10800000">
            <a:off x="4857751" y="4705351"/>
            <a:ext cx="4121373" cy="836307"/>
          </a:xfrm>
          <a:prstGeom prst="bentConnector3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9E4A491-01BD-F49D-30B5-36400C65A318}"/>
              </a:ext>
            </a:extLst>
          </p:cNvPr>
          <p:cNvSpPr txBox="1"/>
          <p:nvPr/>
        </p:nvSpPr>
        <p:spPr>
          <a:xfrm>
            <a:off x="7274441" y="5320408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F69C6D-66E9-8BD6-F8A7-36215EB900D7}"/>
              </a:ext>
            </a:extLst>
          </p:cNvPr>
          <p:cNvGrpSpPr/>
          <p:nvPr/>
        </p:nvGrpSpPr>
        <p:grpSpPr>
          <a:xfrm>
            <a:off x="4091279" y="4179077"/>
            <a:ext cx="675461" cy="944428"/>
            <a:chOff x="6448424" y="5006327"/>
            <a:chExt cx="1057275" cy="1478280"/>
          </a:xfrm>
        </p:grpSpPr>
        <p:pic>
          <p:nvPicPr>
            <p:cNvPr id="90" name="Picture 44" descr="File:Apache Parquet logo.svg">
              <a:extLst>
                <a:ext uri="{FF2B5EF4-FFF2-40B4-BE49-F238E27FC236}">
                  <a16:creationId xmlns:a16="http://schemas.microsoft.com/office/drawing/2014/main" id="{15C59999-11B8-4E9C-2687-40EF35074B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455" y="5761015"/>
              <a:ext cx="768555" cy="157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46" descr="Blue Files Icon for Easy File Management">
              <a:extLst>
                <a:ext uri="{FF2B5EF4-FFF2-40B4-BE49-F238E27FC236}">
                  <a16:creationId xmlns:a16="http://schemas.microsoft.com/office/drawing/2014/main" id="{6751276E-2A9A-186C-841A-2C12AF8CF6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4" r="14825"/>
            <a:stretch/>
          </p:blipFill>
          <p:spPr bwMode="auto">
            <a:xfrm>
              <a:off x="6448424" y="5006327"/>
              <a:ext cx="1057275" cy="1478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0FBD4077-38AD-2892-63A7-8CDD2DE684AB}"/>
              </a:ext>
            </a:extLst>
          </p:cNvPr>
          <p:cNvSpPr/>
          <p:nvPr/>
        </p:nvSpPr>
        <p:spPr>
          <a:xfrm>
            <a:off x="1852840" y="4287390"/>
            <a:ext cx="1583267" cy="307703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Visualização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EF59002-4B38-6F2E-FDBA-D5FAA641EC43}"/>
              </a:ext>
            </a:extLst>
          </p:cNvPr>
          <p:cNvCxnSpPr/>
          <p:nvPr/>
        </p:nvCxnSpPr>
        <p:spPr>
          <a:xfrm flipH="1" flipV="1">
            <a:off x="3597112" y="4651101"/>
            <a:ext cx="446542" cy="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4F595CD-42E8-031A-DDB5-D893F2E8DA43}"/>
              </a:ext>
            </a:extLst>
          </p:cNvPr>
          <p:cNvSpPr/>
          <p:nvPr/>
        </p:nvSpPr>
        <p:spPr>
          <a:xfrm>
            <a:off x="3741169" y="5497901"/>
            <a:ext cx="2015382" cy="891745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Carta de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datas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perdas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vegetação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6A42833D-EBD8-8B7D-9AC9-3A04CDCD90C4}"/>
              </a:ext>
            </a:extLst>
          </p:cNvPr>
          <p:cNvSpPr/>
          <p:nvPr/>
        </p:nvSpPr>
        <p:spPr>
          <a:xfrm>
            <a:off x="1852840" y="4687730"/>
            <a:ext cx="1583267" cy="307703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Validação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3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562AC2F3-451D-D331-DD27-3EF8D9A24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6727" y="1685592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4B438229-2E9C-553E-A89E-1FEE28D2F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804" y="4969646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4EF716A8-FD26-DF3A-0196-22D9FF37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076" y="165894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F0A9E462-41E4-EE3E-8A3D-F2FBF8B927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425" y="1643934"/>
            <a:ext cx="491915" cy="629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1CDEC-8EFF-AFB4-FBF8-CD963229846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6289" y="1864513"/>
            <a:ext cx="491915" cy="629875"/>
          </a:xfrm>
          <a:prstGeom prst="rect">
            <a:avLst/>
          </a:prstGeom>
        </p:spPr>
      </p:pic>
      <p:pic>
        <p:nvPicPr>
          <p:cNvPr id="8" name="Picture 7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F9B86956-7011-A773-875C-1EE032DA67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5155" y="2085092"/>
            <a:ext cx="491915" cy="629875"/>
          </a:xfrm>
          <a:prstGeom prst="rect">
            <a:avLst/>
          </a:prstGeom>
        </p:spPr>
      </p:pic>
      <p:pic>
        <p:nvPicPr>
          <p:cNvPr id="11" name="Picture 10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1BCF6170-D1EB-2112-1C7A-E5FA1A09E1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6870" y="2297650"/>
            <a:ext cx="491915" cy="629875"/>
          </a:xfrm>
          <a:prstGeom prst="rect">
            <a:avLst/>
          </a:prstGeom>
        </p:spPr>
      </p:pic>
      <p:pic>
        <p:nvPicPr>
          <p:cNvPr id="125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704A3A29-F259-B9C9-CB6B-7BC72984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996" y="160690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/>
          <p:cNvSpPr txBox="1"/>
          <p:nvPr/>
        </p:nvSpPr>
        <p:spPr>
          <a:xfrm>
            <a:off x="295528" y="151020"/>
            <a:ext cx="11161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A)</a:t>
            </a:r>
            <a:r>
              <a:rPr lang="en-US" sz="2400" dirty="0"/>
              <a:t>. </a:t>
            </a:r>
            <a:r>
              <a:rPr lang="en-US" sz="2400" dirty="0" err="1"/>
              <a:t>Processamento</a:t>
            </a:r>
            <a:r>
              <a:rPr lang="en-US" sz="2400" dirty="0"/>
              <a:t> </a:t>
            </a:r>
            <a:r>
              <a:rPr lang="en-US" sz="2400" dirty="0" err="1"/>
              <a:t>desenvolvido</a:t>
            </a:r>
            <a:r>
              <a:rPr lang="en-US" sz="2400" dirty="0"/>
              <a:t> para </a:t>
            </a:r>
            <a:r>
              <a:rPr lang="en-US" sz="2400" dirty="0" err="1"/>
              <a:t>aplicação</a:t>
            </a:r>
            <a:r>
              <a:rPr lang="en-US" sz="2400" dirty="0"/>
              <a:t> do </a:t>
            </a:r>
            <a:r>
              <a:rPr lang="en-US" sz="2400" dirty="0" err="1"/>
              <a:t>algoritmo</a:t>
            </a:r>
            <a:r>
              <a:rPr lang="en-US" sz="2400" dirty="0"/>
              <a:t> de </a:t>
            </a:r>
            <a:r>
              <a:rPr lang="en-US" sz="2400" dirty="0" err="1"/>
              <a:t>deteção</a:t>
            </a:r>
            <a:r>
              <a:rPr lang="en-US" sz="2400" dirty="0"/>
              <a:t> de </a:t>
            </a:r>
            <a:r>
              <a:rPr lang="en-US" sz="2400" dirty="0" err="1"/>
              <a:t>alterações</a:t>
            </a:r>
            <a:r>
              <a:rPr lang="en-US" sz="2400" dirty="0"/>
              <a:t> (CCD) </a:t>
            </a:r>
            <a:r>
              <a:rPr lang="en-US" sz="2400" dirty="0" err="1"/>
              <a:t>ao</a:t>
            </a:r>
            <a:r>
              <a:rPr lang="en-US" sz="2400" dirty="0"/>
              <a:t> </a:t>
            </a:r>
            <a:r>
              <a:rPr lang="en-US" sz="2400" dirty="0" err="1"/>
              <a:t>nível</a:t>
            </a:r>
            <a:r>
              <a:rPr lang="en-US" sz="2400" dirty="0"/>
              <a:t> do pixel</a:t>
            </a:r>
            <a:endParaRPr lang="pt-PT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D495F2E-7F8C-39D1-E1D3-3992EFC00C20}"/>
              </a:ext>
            </a:extLst>
          </p:cNvPr>
          <p:cNvSpPr txBox="1"/>
          <p:nvPr/>
        </p:nvSpPr>
        <p:spPr>
          <a:xfrm>
            <a:off x="7085562" y="2720493"/>
            <a:ext cx="1064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B3,B4,B8,B12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D9B898-8157-44F6-AD58-A7E85C77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BE18C-0D9E-40FF-9BFF-9581FE3B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5</a:t>
            </a:fld>
            <a:endParaRPr lang="pt-PT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4A5A4DB-73B9-4460-A620-DC40C475BB77}"/>
              </a:ext>
            </a:extLst>
          </p:cNvPr>
          <p:cNvCxnSpPr>
            <a:cxnSpLocks/>
          </p:cNvCxnSpPr>
          <p:nvPr/>
        </p:nvCxnSpPr>
        <p:spPr>
          <a:xfrm>
            <a:off x="4330116" y="5027238"/>
            <a:ext cx="0" cy="4706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109">
            <a:extLst>
              <a:ext uri="{FF2B5EF4-FFF2-40B4-BE49-F238E27FC236}">
                <a16:creationId xmlns:a16="http://schemas.microsoft.com/office/drawing/2014/main" id="{F6D98232-89B1-4864-9CD9-DD448AA683E8}"/>
              </a:ext>
            </a:extLst>
          </p:cNvPr>
          <p:cNvSpPr/>
          <p:nvPr/>
        </p:nvSpPr>
        <p:spPr>
          <a:xfrm>
            <a:off x="6096000" y="5593627"/>
            <a:ext cx="660923" cy="603283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CPV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54D5859-B34E-4A8A-9881-615C54D3E9E8}"/>
              </a:ext>
            </a:extLst>
          </p:cNvPr>
          <p:cNvCxnSpPr>
            <a:cxnSpLocks/>
            <a:endCxn id="85" idx="1"/>
          </p:cNvCxnSpPr>
          <p:nvPr/>
        </p:nvCxnSpPr>
        <p:spPr>
          <a:xfrm>
            <a:off x="5776934" y="5895269"/>
            <a:ext cx="3190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12">
            <a:extLst>
              <a:ext uri="{FF2B5EF4-FFF2-40B4-BE49-F238E27FC236}">
                <a16:creationId xmlns:a16="http://schemas.microsoft.com/office/drawing/2014/main" id="{B7BAAD4E-3893-402F-B210-32E18CEAD714}"/>
              </a:ext>
            </a:extLst>
          </p:cNvPr>
          <p:cNvSpPr/>
          <p:nvPr/>
        </p:nvSpPr>
        <p:spPr>
          <a:xfrm>
            <a:off x="3161195" y="1847498"/>
            <a:ext cx="1933827" cy="1131567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Préprocessamento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“cloud screening” (S2cloudness);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máscara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DGT</a:t>
            </a:r>
          </a:p>
          <a:p>
            <a:pPr algn="ctr"/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028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6</a:t>
            </a:fld>
            <a:endParaRPr lang="pt-PT"/>
          </a:p>
        </p:txBody>
      </p:sp>
      <p:sp>
        <p:nvSpPr>
          <p:cNvPr id="9" name="TextBox 8"/>
          <p:cNvSpPr txBox="1"/>
          <p:nvPr/>
        </p:nvSpPr>
        <p:spPr>
          <a:xfrm>
            <a:off x="432252" y="314331"/>
            <a:ext cx="10181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A). </a:t>
            </a:r>
            <a:r>
              <a:rPr lang="en-US" sz="2400" b="1" dirty="0" err="1"/>
              <a:t>Estimativas</a:t>
            </a:r>
            <a:r>
              <a:rPr lang="en-US" sz="2400" b="1" dirty="0"/>
              <a:t> de </a:t>
            </a:r>
            <a:r>
              <a:rPr lang="en-US" sz="2400" b="1" dirty="0" err="1"/>
              <a:t>recursos</a:t>
            </a:r>
            <a:r>
              <a:rPr lang="en-US" sz="2400" b="1" dirty="0"/>
              <a:t> </a:t>
            </a:r>
            <a:r>
              <a:rPr lang="en-US" sz="2400" b="1" dirty="0" err="1"/>
              <a:t>computacionais</a:t>
            </a:r>
            <a:r>
              <a:rPr lang="en-US" sz="2400" b="1" dirty="0"/>
              <a:t>: PC local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776883-6DBC-4B7A-8D1E-002F8682A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40874"/>
              </p:ext>
            </p:extLst>
          </p:nvPr>
        </p:nvGraphicFramePr>
        <p:xfrm>
          <a:off x="1380159" y="1844339"/>
          <a:ext cx="7492998" cy="4345305"/>
        </p:xfrm>
        <a:graphic>
          <a:graphicData uri="http://schemas.openxmlformats.org/drawingml/2006/table">
            <a:tbl>
              <a:tblPr/>
              <a:tblGrid>
                <a:gridCol w="1248833">
                  <a:extLst>
                    <a:ext uri="{9D8B030D-6E8A-4147-A177-3AD203B41FA5}">
                      <a16:colId xmlns:a16="http://schemas.microsoft.com/office/drawing/2014/main" val="111492124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2488130168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3272447686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2944012534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2255951698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42680390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NEOUSYS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NEOUSYS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39049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TILES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range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HDF5 creation time (hours)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HDF5 size (GB)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bands 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Rasters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Processing Time  [2023-2024]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Rasters size (GB) [2023-2024]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6669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T29SMD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2017-04  to 2025-11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62,9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04:34:20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2632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T29TNE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58,33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24:40:58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0313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T29TNG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16,22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133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10:13:14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5496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T29TNF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30,05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169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16:02:12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9757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T29SND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30,80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15:50:16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8370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T29SMC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01:21:08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3948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T29SNB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23,48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9619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T29SNC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8,08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58,5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06:37:23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9880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T29SPC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6,19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89,2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02:47:55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15,9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7642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T29SPB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9,57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89.2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04:47:57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9266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T29SPD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10,30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43,8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04:21:26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8164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T29TME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12,2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00:51:23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1741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T29TPE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29,24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15:23:35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7393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T29TPF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16,02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140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17:46:53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2017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T29TPG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16,00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78,5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09:24:16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920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T29TQF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2,49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12,4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00:46:01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023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T29TQG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19,2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01:21:52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3670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7118B0-2C71-4AAF-B66E-4B6EAA7FD6AC}"/>
              </a:ext>
            </a:extLst>
          </p:cNvPr>
          <p:cNvSpPr txBox="1"/>
          <p:nvPr/>
        </p:nvSpPr>
        <p:spPr>
          <a:xfrm>
            <a:off x="941871" y="934022"/>
            <a:ext cx="10804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Criação</a:t>
            </a:r>
            <a:r>
              <a:rPr lang="en-US" dirty="0"/>
              <a:t> de hdf5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ficheiros</a:t>
            </a:r>
            <a:r>
              <a:rPr lang="en-US" dirty="0"/>
              <a:t> </a:t>
            </a:r>
            <a:r>
              <a:rPr lang="en-US" dirty="0" err="1"/>
              <a:t>GeoTIFF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Leitura</a:t>
            </a:r>
            <a:r>
              <a:rPr lang="en-US" dirty="0"/>
              <a:t> de </a:t>
            </a:r>
            <a:r>
              <a:rPr lang="en-US" dirty="0" err="1"/>
              <a:t>ficheiros</a:t>
            </a:r>
            <a:r>
              <a:rPr lang="en-US" dirty="0"/>
              <a:t> Parquet e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rasters</a:t>
            </a:r>
            <a:r>
              <a:rPr lang="en-US" dirty="0"/>
              <a:t> com data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 de </a:t>
            </a:r>
            <a:r>
              <a:rPr lang="en-US" dirty="0" err="1"/>
              <a:t>alteração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44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7</a:t>
            </a:fld>
            <a:endParaRPr lang="pt-PT"/>
          </a:p>
        </p:txBody>
      </p:sp>
      <p:sp>
        <p:nvSpPr>
          <p:cNvPr id="9" name="TextBox 8"/>
          <p:cNvSpPr txBox="1"/>
          <p:nvPr/>
        </p:nvSpPr>
        <p:spPr>
          <a:xfrm>
            <a:off x="432252" y="314331"/>
            <a:ext cx="10181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A). </a:t>
            </a:r>
            <a:r>
              <a:rPr lang="en-US" sz="2400" b="1" dirty="0" err="1"/>
              <a:t>Estimativas</a:t>
            </a:r>
            <a:r>
              <a:rPr lang="en-US" sz="2400" b="1" dirty="0"/>
              <a:t> de </a:t>
            </a:r>
            <a:r>
              <a:rPr lang="en-US" sz="2400" b="1" dirty="0" err="1"/>
              <a:t>recursos</a:t>
            </a:r>
            <a:r>
              <a:rPr lang="en-US" sz="2400" b="1" dirty="0"/>
              <a:t> </a:t>
            </a:r>
            <a:r>
              <a:rPr lang="en-US" sz="2400" b="1" dirty="0" err="1"/>
              <a:t>computacionais</a:t>
            </a:r>
            <a:r>
              <a:rPr lang="en-US" sz="2400" b="1" dirty="0"/>
              <a:t>: HPC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118B0-2C71-4AAF-B66E-4B6EAA7FD6AC}"/>
              </a:ext>
            </a:extLst>
          </p:cNvPr>
          <p:cNvSpPr txBox="1"/>
          <p:nvPr/>
        </p:nvSpPr>
        <p:spPr>
          <a:xfrm>
            <a:off x="788817" y="955384"/>
            <a:ext cx="1080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Execução</a:t>
            </a:r>
            <a:r>
              <a:rPr lang="en-US" dirty="0"/>
              <a:t> de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PyCCD</a:t>
            </a:r>
            <a:r>
              <a:rPr lang="en-US" dirty="0"/>
              <a:t>: </a:t>
            </a:r>
            <a:r>
              <a:rPr lang="en-US" dirty="0" err="1"/>
              <a:t>imput</a:t>
            </a:r>
            <a:r>
              <a:rPr lang="en-US" dirty="0"/>
              <a:t> hdf5; output: files Parquet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D0CDF3-CE37-485B-A0F8-B81BC0687591}"/>
              </a:ext>
            </a:extLst>
          </p:cNvPr>
          <p:cNvGraphicFramePr>
            <a:graphicFrameLocks noGrp="1"/>
          </p:cNvGraphicFramePr>
          <p:nvPr/>
        </p:nvGraphicFramePr>
        <p:xfrm>
          <a:off x="3663974" y="1825625"/>
          <a:ext cx="4864052" cy="4351337"/>
        </p:xfrm>
        <a:graphic>
          <a:graphicData uri="http://schemas.openxmlformats.org/drawingml/2006/table">
            <a:tbl>
              <a:tblPr/>
              <a:tblGrid>
                <a:gridCol w="559891">
                  <a:extLst>
                    <a:ext uri="{9D8B030D-6E8A-4147-A177-3AD203B41FA5}">
                      <a16:colId xmlns:a16="http://schemas.microsoft.com/office/drawing/2014/main" val="2506365584"/>
                    </a:ext>
                  </a:extLst>
                </a:gridCol>
                <a:gridCol w="921487">
                  <a:extLst>
                    <a:ext uri="{9D8B030D-6E8A-4147-A177-3AD203B41FA5}">
                      <a16:colId xmlns:a16="http://schemas.microsoft.com/office/drawing/2014/main" val="1127629931"/>
                    </a:ext>
                  </a:extLst>
                </a:gridCol>
                <a:gridCol w="688199">
                  <a:extLst>
                    <a:ext uri="{9D8B030D-6E8A-4147-A177-3AD203B41FA5}">
                      <a16:colId xmlns:a16="http://schemas.microsoft.com/office/drawing/2014/main" val="1576111042"/>
                    </a:ext>
                  </a:extLst>
                </a:gridCol>
                <a:gridCol w="746521">
                  <a:extLst>
                    <a:ext uri="{9D8B030D-6E8A-4147-A177-3AD203B41FA5}">
                      <a16:colId xmlns:a16="http://schemas.microsoft.com/office/drawing/2014/main" val="3824499019"/>
                    </a:ext>
                  </a:extLst>
                </a:gridCol>
                <a:gridCol w="699864">
                  <a:extLst>
                    <a:ext uri="{9D8B030D-6E8A-4147-A177-3AD203B41FA5}">
                      <a16:colId xmlns:a16="http://schemas.microsoft.com/office/drawing/2014/main" val="807493913"/>
                    </a:ext>
                  </a:extLst>
                </a:gridCol>
                <a:gridCol w="688199">
                  <a:extLst>
                    <a:ext uri="{9D8B030D-6E8A-4147-A177-3AD203B41FA5}">
                      <a16:colId xmlns:a16="http://schemas.microsoft.com/office/drawing/2014/main" val="3917967012"/>
                    </a:ext>
                  </a:extLst>
                </a:gridCol>
                <a:gridCol w="559891">
                  <a:extLst>
                    <a:ext uri="{9D8B030D-6E8A-4147-A177-3AD203B41FA5}">
                      <a16:colId xmlns:a16="http://schemas.microsoft.com/office/drawing/2014/main" val="3900564729"/>
                    </a:ext>
                  </a:extLst>
                </a:gridCol>
              </a:tblGrid>
              <a:tr h="202279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6" marR="5846" marT="5846" marB="42093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INCD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686592"/>
                  </a:ext>
                </a:extLst>
              </a:tr>
              <a:tr h="7103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TILES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JOB_ID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batch_size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(nodes, ntasks, cpus, ranks)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Parquets Processing Time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CORES-MINUTES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Parquet size (GB)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661295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T29SMD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202081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10:52:21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313 128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2,09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245772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T29TNE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218754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39:15:51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1 130 808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10,60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401694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T29TNG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187594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23:50:45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686 760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4,43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194321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T29TNF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191142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29:21:55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845 720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7,35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564689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T29SND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197344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25:39:16</a:t>
                      </a:r>
                    </a:p>
                  </a:txBody>
                  <a:tcPr marL="5846" marR="5846" marT="5846" marB="4209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738 848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6,94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252475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T29SMC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204474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3:25:51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98 808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634470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T29SNB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218227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20:43:58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597 104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5,19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431034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T29SNC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218324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9:48:42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282 576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2,87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27358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T29SPC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218396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7:00:55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202 040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012833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T29SPB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204479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16:19:28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470 144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2,11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48994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T29SPD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218220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7:51:51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226 488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1,95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684187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T29TME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178984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2:11:44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63 232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0,59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88433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T29TPE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222114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24:41:22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711 056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6,44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681451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T29TPF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218325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24:23:29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702 472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6,53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035037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T29TPG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180116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13:35:50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391 600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272621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T29TQF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178960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2:16:14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65 392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0,375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010257"/>
                  </a:ext>
                </a:extLst>
              </a:tr>
              <a:tr h="2022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T29TQG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178891</a:t>
                      </a:r>
                    </a:p>
                  </a:txBody>
                  <a:tcPr marL="5846" marR="5846" marT="5846" marB="42093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(5,96,1,480)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3:28:16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99 968 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0,636</a:t>
                      </a:r>
                    </a:p>
                  </a:txBody>
                  <a:tcPr marL="5846" marR="5846" marT="5846" marB="4209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619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25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8</a:t>
            </a:fld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21194" y="261187"/>
            <a:ext cx="1061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B. </a:t>
            </a:r>
            <a:r>
              <a:rPr lang="en-US" sz="2400" dirty="0" err="1"/>
              <a:t>Processamento</a:t>
            </a:r>
            <a:r>
              <a:rPr lang="en-US" sz="2400" dirty="0"/>
              <a:t> com </a:t>
            </a:r>
            <a:r>
              <a:rPr lang="en-US" sz="2400" dirty="0" err="1"/>
              <a:t>modelo</a:t>
            </a:r>
            <a:r>
              <a:rPr lang="en-US" sz="2400" dirty="0"/>
              <a:t> Deep Learning</a:t>
            </a:r>
            <a:endParaRPr lang="pt-PT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02454" y="1137920"/>
            <a:ext cx="106273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Treino</a:t>
            </a:r>
            <a:r>
              <a:rPr lang="en-US" dirty="0"/>
              <a:t> do </a:t>
            </a:r>
            <a:r>
              <a:rPr lang="en-US" dirty="0" err="1"/>
              <a:t>modelo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Chips 256*256 de pares antes/</a:t>
            </a:r>
            <a:r>
              <a:rPr lang="en-US" dirty="0" err="1"/>
              <a:t>depois</a:t>
            </a:r>
            <a:r>
              <a:rPr lang="en-US" dirty="0"/>
              <a:t> com 6+6 (</a:t>
            </a:r>
            <a:r>
              <a:rPr lang="en-US" dirty="0" err="1"/>
              <a:t>ou</a:t>
            </a:r>
            <a:r>
              <a:rPr lang="en-US" dirty="0"/>
              <a:t> 10+10) </a:t>
            </a:r>
            <a:r>
              <a:rPr lang="en-US" dirty="0" err="1"/>
              <a:t>bandas</a:t>
            </a:r>
            <a:r>
              <a:rPr lang="en-US" dirty="0"/>
              <a:t> Sentinel-2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Máscara</a:t>
            </a:r>
            <a:r>
              <a:rPr lang="en-US" dirty="0"/>
              <a:t> para </a:t>
            </a:r>
            <a:r>
              <a:rPr lang="en-US" dirty="0" err="1"/>
              <a:t>esse</a:t>
            </a:r>
            <a:r>
              <a:rPr lang="en-US" dirty="0"/>
              <a:t> par de imagens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Aplicação</a:t>
            </a:r>
            <a:r>
              <a:rPr lang="en-US" dirty="0"/>
              <a:t>: para um interval </a:t>
            </a:r>
            <a:r>
              <a:rPr lang="en-US" dirty="0" err="1"/>
              <a:t>bimestral</a:t>
            </a:r>
            <a:r>
              <a:rPr lang="en-US" dirty="0"/>
              <a:t> [T1,T2]: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Determinação</a:t>
            </a:r>
            <a:r>
              <a:rPr lang="en-US" dirty="0"/>
              <a:t> das </a:t>
            </a:r>
            <a:r>
              <a:rPr lang="en-US" dirty="0" err="1"/>
              <a:t>datas</a:t>
            </a:r>
            <a:r>
              <a:rPr lang="en-US" dirty="0"/>
              <a:t> </a:t>
            </a:r>
            <a:r>
              <a:rPr lang="en-US" dirty="0" err="1"/>
              <a:t>potenciais</a:t>
            </a:r>
            <a:r>
              <a:rPr lang="en-US" dirty="0"/>
              <a:t> de </a:t>
            </a:r>
            <a:r>
              <a:rPr lang="en-US" dirty="0" err="1"/>
              <a:t>alteração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Criação</a:t>
            </a:r>
            <a:r>
              <a:rPr lang="en-US" dirty="0"/>
              <a:t> de “chips 256*256” com </a:t>
            </a:r>
            <a:r>
              <a:rPr lang="en-US" dirty="0" err="1"/>
              <a:t>compósito</a:t>
            </a:r>
            <a:r>
              <a:rPr lang="en-US" dirty="0"/>
              <a:t> temporal (</a:t>
            </a:r>
            <a:r>
              <a:rPr lang="en-US" dirty="0" err="1"/>
              <a:t>pré</a:t>
            </a:r>
            <a:r>
              <a:rPr lang="en-US" dirty="0"/>
              <a:t>/</a:t>
            </a:r>
            <a:r>
              <a:rPr lang="en-US" dirty="0" err="1"/>
              <a:t>pós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Predição</a:t>
            </a:r>
            <a:r>
              <a:rPr lang="en-US" dirty="0"/>
              <a:t>: </a:t>
            </a:r>
            <a:r>
              <a:rPr lang="en-US" dirty="0" err="1"/>
              <a:t>aplicação</a:t>
            </a:r>
            <a:r>
              <a:rPr lang="en-US" dirty="0"/>
              <a:t> de </a:t>
            </a:r>
            <a:r>
              <a:rPr lang="en-US" dirty="0" err="1"/>
              <a:t>modelo</a:t>
            </a:r>
            <a:r>
              <a:rPr lang="en-US" dirty="0"/>
              <a:t> DL learning para </a:t>
            </a:r>
            <a:r>
              <a:rPr lang="en-US" dirty="0" err="1"/>
              <a:t>segmentação</a:t>
            </a:r>
            <a:r>
              <a:rPr lang="en-US" dirty="0"/>
              <a:t> da chip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Agregação</a:t>
            </a:r>
            <a:r>
              <a:rPr lang="en-US" dirty="0"/>
              <a:t> dos </a:t>
            </a:r>
            <a:r>
              <a:rPr lang="en-US" dirty="0" err="1"/>
              <a:t>resultados</a:t>
            </a:r>
            <a:r>
              <a:rPr lang="en-US" dirty="0"/>
              <a:t> para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carta raster de </a:t>
            </a:r>
            <a:r>
              <a:rPr lang="en-US" dirty="0" err="1"/>
              <a:t>perdas</a:t>
            </a:r>
            <a:r>
              <a:rPr lang="en-US" dirty="0"/>
              <a:t> de </a:t>
            </a:r>
            <a:r>
              <a:rPr lang="en-US" dirty="0" err="1"/>
              <a:t>vegetação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Vetorização</a:t>
            </a:r>
            <a:r>
              <a:rPr lang="en-US" dirty="0"/>
              <a:t> para </a:t>
            </a:r>
            <a:r>
              <a:rPr lang="en-US" dirty="0" err="1"/>
              <a:t>obtenção</a:t>
            </a:r>
            <a:r>
              <a:rPr lang="en-US" dirty="0"/>
              <a:t> da CPV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computacionais</a:t>
            </a:r>
            <a:r>
              <a:rPr lang="en-US" dirty="0"/>
              <a:t>:</a:t>
            </a:r>
          </a:p>
          <a:p>
            <a:pPr marL="342900" indent="-342900">
              <a:buAutoNum type="arabicPeriod"/>
            </a:pPr>
            <a:r>
              <a:rPr lang="en-US" dirty="0" err="1"/>
              <a:t>Treino</a:t>
            </a:r>
            <a:r>
              <a:rPr lang="en-US" dirty="0"/>
              <a:t> do </a:t>
            </a:r>
            <a:r>
              <a:rPr lang="en-US" dirty="0" err="1"/>
              <a:t>modelo</a:t>
            </a:r>
            <a:r>
              <a:rPr lang="en-US" dirty="0"/>
              <a:t> (</a:t>
            </a:r>
            <a:r>
              <a:rPr lang="en-US" dirty="0" err="1"/>
              <a:t>possibilidade</a:t>
            </a:r>
            <a:r>
              <a:rPr lang="en-US" dirty="0"/>
              <a:t> de usar Deucalion)</a:t>
            </a:r>
          </a:p>
          <a:p>
            <a:pPr marL="342900" indent="-342900">
              <a:buAutoNum type="arabicPeriod"/>
            </a:pPr>
            <a:r>
              <a:rPr lang="en-US" dirty="0" err="1"/>
              <a:t>Criação</a:t>
            </a:r>
            <a:r>
              <a:rPr lang="en-US" dirty="0"/>
              <a:t> de chips: </a:t>
            </a:r>
            <a:r>
              <a:rPr lang="en-US" dirty="0" err="1"/>
              <a:t>este</a:t>
            </a:r>
            <a:r>
              <a:rPr lang="en-US" dirty="0"/>
              <a:t> é o </a:t>
            </a:r>
            <a:r>
              <a:rPr lang="en-US" dirty="0" err="1"/>
              <a:t>passo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pesado</a:t>
            </a:r>
            <a:r>
              <a:rPr lang="en-US" dirty="0"/>
              <a:t>; é fundamental ser </a:t>
            </a:r>
            <a:r>
              <a:rPr lang="en-US" dirty="0" err="1"/>
              <a:t>feito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hdf5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geotiffs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Predição</a:t>
            </a:r>
            <a:r>
              <a:rPr lang="en-US" dirty="0"/>
              <a:t>: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GPU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389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4CF1-31BB-CBC9-D7EB-C4D2487A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ADAE94B-84A2-22C1-94C3-93BCCE597D7B}"/>
              </a:ext>
            </a:extLst>
          </p:cNvPr>
          <p:cNvSpPr/>
          <p:nvPr/>
        </p:nvSpPr>
        <p:spPr>
          <a:xfrm>
            <a:off x="1063677" y="1354543"/>
            <a:ext cx="10156839" cy="39708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22533-E9D3-28B6-4EFB-A7B61E742E95}"/>
              </a:ext>
            </a:extLst>
          </p:cNvPr>
          <p:cNvSpPr txBox="1"/>
          <p:nvPr/>
        </p:nvSpPr>
        <p:spPr>
          <a:xfrm>
            <a:off x="1664459" y="2928366"/>
            <a:ext cx="1131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ambria"/>
                <a:ea typeface="Cambria"/>
              </a:rPr>
              <a:t>Sentinel-2 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latin typeface="Cambria"/>
                <a:ea typeface="Cambria"/>
              </a:rPr>
              <a:t>Time Series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44" name="Picture 20" descr="Internet Vector Icons free download in SVG, PNG Format">
            <a:extLst>
              <a:ext uri="{FF2B5EF4-FFF2-40B4-BE49-F238E27FC236}">
                <a16:creationId xmlns:a16="http://schemas.microsoft.com/office/drawing/2014/main" id="{57549A0F-D4C3-249D-B794-3F25994D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84" y="2002820"/>
            <a:ext cx="535146" cy="53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A12DF9-649D-E7FB-9DDD-5C511868252D}"/>
              </a:ext>
            </a:extLst>
          </p:cNvPr>
          <p:cNvSpPr/>
          <p:nvPr/>
        </p:nvSpPr>
        <p:spPr>
          <a:xfrm>
            <a:off x="3312113" y="1935962"/>
            <a:ext cx="1821112" cy="779005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Préprocessamento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“cloud screening”;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máscara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DGT</a:t>
            </a: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95CD0B09-FC78-9E70-6098-62F195AF7210}"/>
              </a:ext>
            </a:extLst>
          </p:cNvPr>
          <p:cNvSpPr/>
          <p:nvPr/>
        </p:nvSpPr>
        <p:spPr>
          <a:xfrm>
            <a:off x="5832574" y="1658408"/>
            <a:ext cx="924349" cy="117051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48" name="Picture 24" descr="Hierarchical Data Format - Wikipedia">
            <a:extLst>
              <a:ext uri="{FF2B5EF4-FFF2-40B4-BE49-F238E27FC236}">
                <a16:creationId xmlns:a16="http://schemas.microsoft.com/office/drawing/2014/main" id="{7BCC78AE-76FB-2F5C-9445-9A0CEF573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041" y="2180194"/>
            <a:ext cx="613414" cy="24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107215-D870-DE84-C078-AD7CEE3243C9}"/>
              </a:ext>
            </a:extLst>
          </p:cNvPr>
          <p:cNvSpPr txBox="1"/>
          <p:nvPr/>
        </p:nvSpPr>
        <p:spPr>
          <a:xfrm>
            <a:off x="5297579" y="2904435"/>
            <a:ext cx="19943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Ficheiro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HDF5/tile </a:t>
            </a:r>
          </a:p>
          <a:p>
            <a:pPr algn="ctr"/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Array </a:t>
            </a:r>
          </a:p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n_time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n_bands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200" b="1" dirty="0" err="1">
                <a:latin typeface="Cambria" panose="02040503050406030204" pitchFamily="18" charset="0"/>
                <a:ea typeface="Cambria" panose="02040503050406030204" pitchFamily="18" charset="0"/>
              </a:rPr>
              <a:t>n_pixels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CF24AB-8423-4D45-287A-6C0537F022A1}"/>
              </a:ext>
            </a:extLst>
          </p:cNvPr>
          <p:cNvGrpSpPr/>
          <p:nvPr/>
        </p:nvGrpSpPr>
        <p:grpSpPr>
          <a:xfrm>
            <a:off x="1600953" y="3453277"/>
            <a:ext cx="2389538" cy="380910"/>
            <a:chOff x="1891760" y="3796987"/>
            <a:chExt cx="2389538" cy="380910"/>
          </a:xfrm>
        </p:grpSpPr>
        <p:pic>
          <p:nvPicPr>
            <p:cNvPr id="1052" name="Picture 28" descr="Hard Drive Icon Vector Art, Icons, and Graphics for Free Download">
              <a:extLst>
                <a:ext uri="{FF2B5EF4-FFF2-40B4-BE49-F238E27FC236}">
                  <a16:creationId xmlns:a16="http://schemas.microsoft.com/office/drawing/2014/main" id="{8B0DA5D4-5899-8FC1-51A4-16007218F4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000" b="68500" l="15000" r="87000">
                          <a14:foregroundMark x1="21000" y1="45500" x2="21000" y2="4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6" t="28930" r="12790" b="31070"/>
            <a:stretch/>
          </p:blipFill>
          <p:spPr bwMode="auto">
            <a:xfrm>
              <a:off x="1962538" y="3855796"/>
              <a:ext cx="455537" cy="263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1B1E0B-5896-AB92-8EA3-0E125E4FA237}"/>
                </a:ext>
              </a:extLst>
            </p:cNvPr>
            <p:cNvSpPr txBox="1"/>
            <p:nvPr/>
          </p:nvSpPr>
          <p:spPr>
            <a:xfrm>
              <a:off x="2429509" y="3823049"/>
              <a:ext cx="18517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~0.75 TB/</a:t>
              </a:r>
              <a:r>
                <a:rPr lang="en-US" sz="1400" dirty="0" err="1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banda</a:t>
              </a:r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(PT)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8C049E-E9B6-F80F-152F-D452BB04386F}"/>
                </a:ext>
              </a:extLst>
            </p:cNvPr>
            <p:cNvSpPr/>
            <p:nvPr/>
          </p:nvSpPr>
          <p:spPr>
            <a:xfrm>
              <a:off x="1891760" y="3796987"/>
              <a:ext cx="1562640" cy="38091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2B286B-D416-31EC-B944-02460514821A}"/>
              </a:ext>
            </a:extLst>
          </p:cNvPr>
          <p:cNvGrpSpPr/>
          <p:nvPr/>
        </p:nvGrpSpPr>
        <p:grpSpPr>
          <a:xfrm>
            <a:off x="5497105" y="3796987"/>
            <a:ext cx="1810692" cy="380910"/>
            <a:chOff x="1891760" y="3796987"/>
            <a:chExt cx="1810692" cy="38091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14A313-D8AF-4D9A-E7B9-C674B42D015C}"/>
                </a:ext>
              </a:extLst>
            </p:cNvPr>
            <p:cNvSpPr txBox="1"/>
            <p:nvPr/>
          </p:nvSpPr>
          <p:spPr>
            <a:xfrm>
              <a:off x="2336372" y="382304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~0.3 TB/</a:t>
              </a:r>
              <a:r>
                <a:rPr lang="en-US" sz="1400" dirty="0" err="1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banda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359C7A-15BE-2A77-2857-0F28FE44437D}"/>
                </a:ext>
              </a:extLst>
            </p:cNvPr>
            <p:cNvSpPr/>
            <p:nvPr/>
          </p:nvSpPr>
          <p:spPr>
            <a:xfrm>
              <a:off x="1891760" y="3796987"/>
              <a:ext cx="1562640" cy="38091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F57F4D-BCF6-67F3-FF00-B1DF2495F566}"/>
              </a:ext>
            </a:extLst>
          </p:cNvPr>
          <p:cNvCxnSpPr/>
          <p:nvPr/>
        </p:nvCxnSpPr>
        <p:spPr>
          <a:xfrm>
            <a:off x="2710713" y="2270393"/>
            <a:ext cx="5188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BE2C423-CF09-B866-25FD-5864DD47B89B}"/>
              </a:ext>
            </a:extLst>
          </p:cNvPr>
          <p:cNvCxnSpPr/>
          <p:nvPr/>
        </p:nvCxnSpPr>
        <p:spPr>
          <a:xfrm>
            <a:off x="5237660" y="2243665"/>
            <a:ext cx="5188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8" descr="Hard Drive Icon Vector Art, Icons, and Graphics for Free Download">
            <a:extLst>
              <a:ext uri="{FF2B5EF4-FFF2-40B4-BE49-F238E27FC236}">
                <a16:creationId xmlns:a16="http://schemas.microsoft.com/office/drawing/2014/main" id="{42F9F1DF-FF10-2A32-2F06-700DCD883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00" b="68500" l="15000" r="87000">
                        <a14:foregroundMark x1="21000" y1="45500" x2="21000" y2="45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76" t="28930" r="12790" b="31070"/>
          <a:stretch/>
        </p:blipFill>
        <p:spPr bwMode="auto">
          <a:xfrm>
            <a:off x="5531429" y="3852052"/>
            <a:ext cx="455537" cy="26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41A6E5-04CC-000A-9C5B-77F2F26DF1C5}"/>
              </a:ext>
            </a:extLst>
          </p:cNvPr>
          <p:cNvCxnSpPr>
            <a:cxnSpLocks/>
          </p:cNvCxnSpPr>
          <p:nvPr/>
        </p:nvCxnSpPr>
        <p:spPr>
          <a:xfrm>
            <a:off x="6922974" y="2275195"/>
            <a:ext cx="14439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B6028B6-0C47-6071-C247-583A3FCA0D2B}"/>
              </a:ext>
            </a:extLst>
          </p:cNvPr>
          <p:cNvCxnSpPr/>
          <p:nvPr/>
        </p:nvCxnSpPr>
        <p:spPr>
          <a:xfrm>
            <a:off x="962025" y="2270393"/>
            <a:ext cx="85031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9276584-7BD8-0B46-94CD-5186867ADD05}"/>
              </a:ext>
            </a:extLst>
          </p:cNvPr>
          <p:cNvSpPr txBox="1"/>
          <p:nvPr/>
        </p:nvSpPr>
        <p:spPr>
          <a:xfrm>
            <a:off x="1015704" y="2008783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4F595CD-42E8-031A-DDB5-D893F2E8DA43}"/>
              </a:ext>
            </a:extLst>
          </p:cNvPr>
          <p:cNvSpPr/>
          <p:nvPr/>
        </p:nvSpPr>
        <p:spPr>
          <a:xfrm>
            <a:off x="8485570" y="2012565"/>
            <a:ext cx="1583267" cy="481552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Criação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de Chips 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95F87781-16D7-EC66-4940-E8F982CF2523}"/>
              </a:ext>
            </a:extLst>
          </p:cNvPr>
          <p:cNvSpPr/>
          <p:nvPr/>
        </p:nvSpPr>
        <p:spPr>
          <a:xfrm>
            <a:off x="8485570" y="3007730"/>
            <a:ext cx="1583267" cy="481552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Classificação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Deep Learning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6A28124-B7E1-E7D2-766B-E2E8325CF9E4}"/>
              </a:ext>
            </a:extLst>
          </p:cNvPr>
          <p:cNvCxnSpPr>
            <a:cxnSpLocks/>
          </p:cNvCxnSpPr>
          <p:nvPr/>
        </p:nvCxnSpPr>
        <p:spPr>
          <a:xfrm>
            <a:off x="9264776" y="2537966"/>
            <a:ext cx="0" cy="435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4EF716A8-FD26-DF3A-0196-22D9FF37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076" y="165894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F0A9E462-41E4-EE3E-8A3D-F2FBF8B927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425" y="1643934"/>
            <a:ext cx="491915" cy="629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1CDEC-8EFF-AFB4-FBF8-CD96322984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6289" y="1864513"/>
            <a:ext cx="491915" cy="629875"/>
          </a:xfrm>
          <a:prstGeom prst="rect">
            <a:avLst/>
          </a:prstGeom>
        </p:spPr>
      </p:pic>
      <p:pic>
        <p:nvPicPr>
          <p:cNvPr id="8" name="Picture 7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F9B86956-7011-A773-875C-1EE032DA67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5155" y="2085092"/>
            <a:ext cx="491915" cy="629875"/>
          </a:xfrm>
          <a:prstGeom prst="rect">
            <a:avLst/>
          </a:prstGeom>
        </p:spPr>
      </p:pic>
      <p:pic>
        <p:nvPicPr>
          <p:cNvPr id="11" name="Picture 10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1BCF6170-D1EB-2112-1C7A-E5FA1A09E1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6870" y="2297650"/>
            <a:ext cx="491915" cy="629875"/>
          </a:xfrm>
          <a:prstGeom prst="rect">
            <a:avLst/>
          </a:prstGeom>
        </p:spPr>
      </p:pic>
      <p:pic>
        <p:nvPicPr>
          <p:cNvPr id="125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704A3A29-F259-B9C9-CB6B-7BC72984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996" y="160690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/>
          <p:cNvSpPr txBox="1"/>
          <p:nvPr/>
        </p:nvSpPr>
        <p:spPr>
          <a:xfrm>
            <a:off x="504709" y="253421"/>
            <a:ext cx="1116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B)</a:t>
            </a:r>
            <a:r>
              <a:rPr lang="en-US" sz="2400" dirty="0"/>
              <a:t> </a:t>
            </a:r>
            <a:r>
              <a:rPr lang="en-US" sz="2400" dirty="0" err="1"/>
              <a:t>Processamento</a:t>
            </a:r>
            <a:r>
              <a:rPr lang="en-US" sz="2400" dirty="0"/>
              <a:t> com </a:t>
            </a:r>
            <a:r>
              <a:rPr lang="en-US" sz="2400" dirty="0" err="1"/>
              <a:t>modelo</a:t>
            </a:r>
            <a:r>
              <a:rPr lang="en-US" sz="2400" dirty="0"/>
              <a:t> Deep Learning</a:t>
            </a:r>
            <a:endParaRPr lang="pt-PT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D9B898-8157-44F6-AD58-A7E85C77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BE18C-0D9E-40FF-9BFF-9581FE3B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9</a:t>
            </a:fld>
            <a:endParaRPr lang="pt-PT"/>
          </a:p>
        </p:txBody>
      </p:sp>
      <p:sp>
        <p:nvSpPr>
          <p:cNvPr id="80" name="Rounded Rectangle 111">
            <a:extLst>
              <a:ext uri="{FF2B5EF4-FFF2-40B4-BE49-F238E27FC236}">
                <a16:creationId xmlns:a16="http://schemas.microsoft.com/office/drawing/2014/main" id="{5AE5E626-144B-4654-9886-3911EB01C4FD}"/>
              </a:ext>
            </a:extLst>
          </p:cNvPr>
          <p:cNvSpPr/>
          <p:nvPr/>
        </p:nvSpPr>
        <p:spPr>
          <a:xfrm>
            <a:off x="8488842" y="3803745"/>
            <a:ext cx="2028720" cy="481552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Agregação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de chips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classificadas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2754B80-21F5-483A-BE85-38A80C74636F}"/>
              </a:ext>
            </a:extLst>
          </p:cNvPr>
          <p:cNvCxnSpPr>
            <a:cxnSpLocks/>
          </p:cNvCxnSpPr>
          <p:nvPr/>
        </p:nvCxnSpPr>
        <p:spPr>
          <a:xfrm>
            <a:off x="9264776" y="3512086"/>
            <a:ext cx="0" cy="2632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111">
            <a:extLst>
              <a:ext uri="{FF2B5EF4-FFF2-40B4-BE49-F238E27FC236}">
                <a16:creationId xmlns:a16="http://schemas.microsoft.com/office/drawing/2014/main" id="{9AF7F49C-6CD2-4EFF-8768-B1D1ABF32C75}"/>
              </a:ext>
            </a:extLst>
          </p:cNvPr>
          <p:cNvSpPr/>
          <p:nvPr/>
        </p:nvSpPr>
        <p:spPr>
          <a:xfrm>
            <a:off x="8499962" y="4619374"/>
            <a:ext cx="1583267" cy="481552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CPV 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6850C5F-35EC-4B47-9D81-8D4735E9F749}"/>
              </a:ext>
            </a:extLst>
          </p:cNvPr>
          <p:cNvCxnSpPr>
            <a:cxnSpLocks/>
          </p:cNvCxnSpPr>
          <p:nvPr/>
        </p:nvCxnSpPr>
        <p:spPr>
          <a:xfrm>
            <a:off x="9264776" y="4285297"/>
            <a:ext cx="0" cy="3416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1A1B21-571C-4E50-B37F-B3F2B27B695B}"/>
              </a:ext>
            </a:extLst>
          </p:cNvPr>
          <p:cNvSpPr txBox="1"/>
          <p:nvPr/>
        </p:nvSpPr>
        <p:spPr>
          <a:xfrm>
            <a:off x="10275130" y="1314695"/>
            <a:ext cx="97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HPC</a:t>
            </a:r>
          </a:p>
        </p:txBody>
      </p:sp>
    </p:spTree>
    <p:extLst>
      <p:ext uri="{BB962C8B-B14F-4D97-AF65-F5344CB8AC3E}">
        <p14:creationId xmlns:p14="http://schemas.microsoft.com/office/powerpoint/2010/main" val="49860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Reunião DGT/LIP/ISA 11 março 2026</a:t>
            </a:r>
            <a:endParaRPr lang="pt-PT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10</a:t>
            </a:fld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1131147" y="860213"/>
            <a:ext cx="102226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Algumas</a:t>
            </a:r>
            <a:r>
              <a:rPr lang="en-US" b="1" dirty="0"/>
              <a:t> </a:t>
            </a:r>
            <a:r>
              <a:rPr lang="en-US" b="1" dirty="0" err="1"/>
              <a:t>questões</a:t>
            </a:r>
            <a:r>
              <a:rPr lang="en-US" b="1" dirty="0"/>
              <a:t>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Integração</a:t>
            </a:r>
            <a:r>
              <a:rPr lang="en-US" dirty="0"/>
              <a:t>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pipeline de </a:t>
            </a:r>
            <a:r>
              <a:rPr lang="en-US" dirty="0" err="1"/>
              <a:t>obtenção</a:t>
            </a:r>
            <a:r>
              <a:rPr lang="en-US" dirty="0"/>
              <a:t> e </a:t>
            </a:r>
            <a:r>
              <a:rPr lang="en-US" dirty="0" err="1"/>
              <a:t>pré-processamento</a:t>
            </a:r>
            <a:r>
              <a:rPr lang="en-US" dirty="0"/>
              <a:t> de imagens Sentinel-2 do CNCA: </a:t>
            </a:r>
            <a:r>
              <a:rPr lang="en-US" dirty="0" err="1"/>
              <a:t>decisão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de “cloud screening” e </a:t>
            </a:r>
            <a:r>
              <a:rPr lang="en-US" dirty="0" err="1"/>
              <a:t>percentagem</a:t>
            </a:r>
            <a:r>
              <a:rPr lang="en-US" dirty="0"/>
              <a:t> </a:t>
            </a:r>
            <a:r>
              <a:rPr lang="en-US" dirty="0" err="1"/>
              <a:t>máxima</a:t>
            </a:r>
            <a:r>
              <a:rPr lang="en-US" dirty="0"/>
              <a:t> de </a:t>
            </a:r>
            <a:r>
              <a:rPr lang="en-US" dirty="0" err="1"/>
              <a:t>núvens</a:t>
            </a:r>
            <a:r>
              <a:rPr lang="en-US" dirty="0"/>
              <a:t> por </a:t>
            </a:r>
            <a:r>
              <a:rPr lang="en-US" dirty="0" err="1"/>
              <a:t>imagem</a:t>
            </a:r>
            <a:r>
              <a:rPr lang="en-US" dirty="0"/>
              <a:t> (e.g. 65%); 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bandas</a:t>
            </a:r>
            <a:r>
              <a:rPr lang="en-US" dirty="0"/>
              <a:t> </a:t>
            </a:r>
            <a:r>
              <a:rPr lang="en-US" dirty="0" err="1"/>
              <a:t>disponíveis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ficheiros</a:t>
            </a:r>
            <a:r>
              <a:rPr lang="en-US" dirty="0"/>
              <a:t> hdf5: </a:t>
            </a:r>
            <a:r>
              <a:rPr lang="en-US" dirty="0" err="1"/>
              <a:t>criar</a:t>
            </a:r>
            <a:r>
              <a:rPr lang="en-US" dirty="0"/>
              <a:t> um </a:t>
            </a:r>
            <a:r>
              <a:rPr lang="en-US" dirty="0" err="1"/>
              <a:t>ficheiro</a:t>
            </a:r>
            <a:r>
              <a:rPr lang="en-US" dirty="0"/>
              <a:t> </a:t>
            </a:r>
            <a:r>
              <a:rPr lang="en-US" dirty="0" err="1"/>
              <a:t>dinâmico</a:t>
            </a:r>
            <a:r>
              <a:rPr lang="en-US" dirty="0"/>
              <a:t> (</a:t>
            </a:r>
            <a:r>
              <a:rPr lang="en-US" dirty="0" err="1"/>
              <a:t>atualizável</a:t>
            </a:r>
            <a:r>
              <a:rPr lang="en-US" dirty="0"/>
              <a:t>) por tile;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ficheiro</a:t>
            </a:r>
            <a:r>
              <a:rPr lang="en-US" dirty="0"/>
              <a:t> “on-the-fly” para um </a:t>
            </a:r>
            <a:r>
              <a:rPr lang="en-US" dirty="0" err="1"/>
              <a:t>período</a:t>
            </a:r>
            <a:r>
              <a:rPr lang="en-US" dirty="0"/>
              <a:t> temporal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Prolongar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 </a:t>
            </a:r>
            <a:r>
              <a:rPr lang="pt-PT" b="1" dirty="0"/>
              <a:t>2024.07034.CPCA.A0</a:t>
            </a:r>
            <a:r>
              <a:rPr lang="pt-PT" dirty="0"/>
              <a:t>.</a:t>
            </a:r>
            <a:endParaRPr lang="pt-PT" b="1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Acesso</a:t>
            </a:r>
            <a:r>
              <a:rPr lang="en-US" dirty="0"/>
              <a:t> a GPU para </a:t>
            </a:r>
            <a:r>
              <a:rPr lang="en-US" dirty="0" err="1"/>
              <a:t>treino+predição</a:t>
            </a:r>
            <a:r>
              <a:rPr lang="en-US" dirty="0"/>
              <a:t>;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para </a:t>
            </a:r>
            <a:r>
              <a:rPr lang="en-US" dirty="0" err="1"/>
              <a:t>predição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Apoio</a:t>
            </a:r>
            <a:r>
              <a:rPr lang="en-US" dirty="0"/>
              <a:t> </a:t>
            </a:r>
            <a:r>
              <a:rPr lang="en-US" dirty="0" err="1"/>
              <a:t>técnico</a:t>
            </a:r>
            <a:r>
              <a:rPr lang="en-US" dirty="0"/>
              <a:t> para GPU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1770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e83b0c-0405-4723-b875-82bda16135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6BFED41370AC48BE74E3C2CE93F4D0" ma:contentTypeVersion="19" ma:contentTypeDescription="Criar um novo documento." ma:contentTypeScope="" ma:versionID="f294551960d69f8404ab5d9fc418fe71">
  <xsd:schema xmlns:xsd="http://www.w3.org/2001/XMLSchema" xmlns:xs="http://www.w3.org/2001/XMLSchema" xmlns:p="http://schemas.microsoft.com/office/2006/metadata/properties" xmlns:ns3="0be83b0c-0405-4723-b875-82bda161353b" xmlns:ns4="66ce7efa-e57e-4960-8447-f5b52aef20eb" targetNamespace="http://schemas.microsoft.com/office/2006/metadata/properties" ma:root="true" ma:fieldsID="591eb1a08e1d23b6c00c2c5d09e7c3af" ns3:_="" ns4:_="">
    <xsd:import namespace="0be83b0c-0405-4723-b875-82bda161353b"/>
    <xsd:import namespace="66ce7efa-e57e-4960-8447-f5b52aef20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83b0c-0405-4723-b875-82bda16135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ce7efa-e57e-4960-8447-f5b52aef20eb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3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E379B5-2962-4EF3-9CD5-34EF50C4D2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1A320A-88FE-44B0-8BBA-8C2220E2FE3D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0be83b0c-0405-4723-b875-82bda161353b"/>
    <ds:schemaRef ds:uri="http://schemas.microsoft.com/office/2006/documentManagement/types"/>
    <ds:schemaRef ds:uri="http://schemas.microsoft.com/office/infopath/2007/PartnerControls"/>
    <ds:schemaRef ds:uri="66ce7efa-e57e-4960-8447-f5b52aef20e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28C6351-BE6E-435B-8230-39EF0F6C7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e83b0c-0405-4723-b875-82bda161353b"/>
    <ds:schemaRef ds:uri="66ce7efa-e57e-4960-8447-f5b52aef20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1112</Words>
  <Application>Microsoft Office PowerPoint</Application>
  <PresentationFormat>Widescreen</PresentationFormat>
  <Paragraphs>338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Narrow</vt:lpstr>
      <vt:lpstr>Arial</vt:lpstr>
      <vt:lpstr>Calibri</vt:lpstr>
      <vt:lpstr>Calibri Light</vt:lpstr>
      <vt:lpstr>Cambria</vt:lpstr>
      <vt:lpstr>Office Theme</vt:lpstr>
      <vt:lpstr>Reunião DGT/LIP/CNCA/ISA  Pipeline HPC e Carta Bimestral de Perdas de Vegetação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DGT 19 de junho de 2024</dc:title>
  <dc:creator>Manuel Lameiras De Figueiredo Campagnolo</dc:creator>
  <cp:lastModifiedBy>Manuel Lameiras De Figueiredo Campagnolo</cp:lastModifiedBy>
  <cp:revision>28</cp:revision>
  <dcterms:created xsi:type="dcterms:W3CDTF">2024-06-19T07:46:22Z</dcterms:created>
  <dcterms:modified xsi:type="dcterms:W3CDTF">2026-03-11T18:44:41Z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0x0101006D6BFED41370AC48BE74E3C2CE93F4D0</vt:lpwstr>
  </property>
</Properties>
</file>